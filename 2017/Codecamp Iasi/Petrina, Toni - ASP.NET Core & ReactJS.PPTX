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notesMasterIdLst>
    <p:notesMasterId r:id="rId73"/>
  </p:notesMasterIdLst>
  <p:handoutMasterIdLst>
    <p:handoutMasterId r:id="rId74"/>
  </p:handoutMasterIdLst>
  <p:sldIdLst>
    <p:sldId id="351" r:id="rId2"/>
    <p:sldId id="348" r:id="rId3"/>
    <p:sldId id="353" r:id="rId4"/>
    <p:sldId id="354" r:id="rId5"/>
    <p:sldId id="355" r:id="rId6"/>
    <p:sldId id="356" r:id="rId7"/>
    <p:sldId id="357" r:id="rId8"/>
    <p:sldId id="358" r:id="rId9"/>
    <p:sldId id="359" r:id="rId10"/>
    <p:sldId id="360" r:id="rId11"/>
    <p:sldId id="361" r:id="rId12"/>
    <p:sldId id="362" r:id="rId13"/>
    <p:sldId id="363" r:id="rId14"/>
    <p:sldId id="364" r:id="rId15"/>
    <p:sldId id="365" r:id="rId16"/>
    <p:sldId id="366" r:id="rId17"/>
    <p:sldId id="330" r:id="rId18"/>
    <p:sldId id="331" r:id="rId19"/>
    <p:sldId id="278" r:id="rId20"/>
    <p:sldId id="279" r:id="rId21"/>
    <p:sldId id="280" r:id="rId22"/>
    <p:sldId id="281" r:id="rId23"/>
    <p:sldId id="282" r:id="rId24"/>
    <p:sldId id="285" r:id="rId25"/>
    <p:sldId id="332" r:id="rId26"/>
    <p:sldId id="287" r:id="rId27"/>
    <p:sldId id="288" r:id="rId28"/>
    <p:sldId id="289" r:id="rId29"/>
    <p:sldId id="346" r:id="rId30"/>
    <p:sldId id="347" r:id="rId31"/>
    <p:sldId id="291" r:id="rId32"/>
    <p:sldId id="292" r:id="rId33"/>
    <p:sldId id="293" r:id="rId34"/>
    <p:sldId id="294" r:id="rId35"/>
    <p:sldId id="295" r:id="rId36"/>
    <p:sldId id="296" r:id="rId37"/>
    <p:sldId id="297" r:id="rId38"/>
    <p:sldId id="333" r:id="rId39"/>
    <p:sldId id="299" r:id="rId40"/>
    <p:sldId id="300" r:id="rId41"/>
    <p:sldId id="302" r:id="rId42"/>
    <p:sldId id="345" r:id="rId43"/>
    <p:sldId id="304" r:id="rId44"/>
    <p:sldId id="305" r:id="rId45"/>
    <p:sldId id="306" r:id="rId46"/>
    <p:sldId id="307" r:id="rId47"/>
    <p:sldId id="308" r:id="rId48"/>
    <p:sldId id="309" r:id="rId49"/>
    <p:sldId id="310" r:id="rId50"/>
    <p:sldId id="311" r:id="rId51"/>
    <p:sldId id="334" r:id="rId52"/>
    <p:sldId id="335" r:id="rId53"/>
    <p:sldId id="336" r:id="rId54"/>
    <p:sldId id="338" r:id="rId55"/>
    <p:sldId id="339" r:id="rId56"/>
    <p:sldId id="340" r:id="rId57"/>
    <p:sldId id="341" r:id="rId58"/>
    <p:sldId id="342" r:id="rId59"/>
    <p:sldId id="315" r:id="rId60"/>
    <p:sldId id="343" r:id="rId61"/>
    <p:sldId id="344" r:id="rId62"/>
    <p:sldId id="320" r:id="rId63"/>
    <p:sldId id="321" r:id="rId64"/>
    <p:sldId id="322" r:id="rId65"/>
    <p:sldId id="323" r:id="rId66"/>
    <p:sldId id="324" r:id="rId67"/>
    <p:sldId id="325" r:id="rId68"/>
    <p:sldId id="326" r:id="rId69"/>
    <p:sldId id="327" r:id="rId70"/>
    <p:sldId id="367" r:id="rId71"/>
    <p:sldId id="368" r:id="rId7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6E8D0406-60FF-4914-9C12-74F9F858562B}">
          <p14:sldIdLst>
            <p14:sldId id="351"/>
            <p14:sldId id="348"/>
            <p14:sldId id="353"/>
            <p14:sldId id="354"/>
            <p14:sldId id="355"/>
            <p14:sldId id="356"/>
            <p14:sldId id="357"/>
            <p14:sldId id="358"/>
            <p14:sldId id="359"/>
            <p14:sldId id="360"/>
            <p14:sldId id="361"/>
            <p14:sldId id="362"/>
            <p14:sldId id="363"/>
            <p14:sldId id="364"/>
            <p14:sldId id="365"/>
            <p14:sldId id="366"/>
            <p14:sldId id="330"/>
            <p14:sldId id="331"/>
            <p14:sldId id="278"/>
            <p14:sldId id="279"/>
            <p14:sldId id="280"/>
            <p14:sldId id="281"/>
            <p14:sldId id="282"/>
            <p14:sldId id="285"/>
            <p14:sldId id="332"/>
            <p14:sldId id="287"/>
            <p14:sldId id="288"/>
            <p14:sldId id="289"/>
            <p14:sldId id="346"/>
            <p14:sldId id="347"/>
            <p14:sldId id="291"/>
            <p14:sldId id="292"/>
            <p14:sldId id="293"/>
            <p14:sldId id="294"/>
            <p14:sldId id="295"/>
            <p14:sldId id="296"/>
            <p14:sldId id="297"/>
            <p14:sldId id="333"/>
            <p14:sldId id="299"/>
            <p14:sldId id="300"/>
            <p14:sldId id="302"/>
            <p14:sldId id="345"/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  <p14:sldId id="334"/>
            <p14:sldId id="335"/>
            <p14:sldId id="336"/>
            <p14:sldId id="338"/>
            <p14:sldId id="339"/>
            <p14:sldId id="340"/>
            <p14:sldId id="341"/>
            <p14:sldId id="342"/>
            <p14:sldId id="315"/>
            <p14:sldId id="343"/>
            <p14:sldId id="344"/>
            <p14:sldId id="320"/>
            <p14:sldId id="321"/>
            <p14:sldId id="322"/>
            <p14:sldId id="323"/>
            <p14:sldId id="324"/>
            <p14:sldId id="325"/>
            <p14:sldId id="326"/>
            <p14:sldId id="327"/>
            <p14:sldId id="367"/>
            <p14:sldId id="368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FAF4A"/>
    <a:srgbClr val="272A30"/>
    <a:srgbClr val="858B9B"/>
    <a:srgbClr val="1DD3CF"/>
    <a:srgbClr val="2628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179" autoAdjust="0"/>
    <p:restoredTop sz="94660"/>
  </p:normalViewPr>
  <p:slideViewPr>
    <p:cSldViewPr snapToGrid="0">
      <p:cViewPr>
        <p:scale>
          <a:sx n="119" d="100"/>
          <a:sy n="119" d="100"/>
        </p:scale>
        <p:origin x="280" y="34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4" d="100"/>
          <a:sy n="64" d="100"/>
        </p:scale>
        <p:origin x="3115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73" Type="http://schemas.openxmlformats.org/officeDocument/2006/relationships/notesMaster" Target="notesMasters/notesMaster1.xml"/><Relationship Id="rId74" Type="http://schemas.openxmlformats.org/officeDocument/2006/relationships/handoutMaster" Target="handoutMasters/handoutMaster1.xml"/><Relationship Id="rId75" Type="http://schemas.openxmlformats.org/officeDocument/2006/relationships/presProps" Target="presProps.xml"/><Relationship Id="rId76" Type="http://schemas.openxmlformats.org/officeDocument/2006/relationships/viewProps" Target="viewProps.xml"/><Relationship Id="rId77" Type="http://schemas.openxmlformats.org/officeDocument/2006/relationships/theme" Target="theme/theme1.xml"/><Relationship Id="rId78" Type="http://schemas.openxmlformats.org/officeDocument/2006/relationships/tableStyles" Target="tableStyles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16CC74-E312-4D83-871D-49AB1EEED709}" type="datetimeFigureOut">
              <a:rPr lang="en-US" smtClean="0"/>
              <a:t>10/28/17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A9E974-55D1-4AFA-B0B7-E0D57E5E8F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00477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AE111F-5A0B-844E-859C-1EB51F6FEFC7}" type="datetimeFigureOut">
              <a:rPr lang="en-US" smtClean="0"/>
              <a:t>10/28/17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5B7836-604A-284E-944F-919F597C3A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6205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10/28/17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9C1E0-AAA7-4C11-AF43-DCBA92B1F6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10/28/17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9C1E0-AAA7-4C11-AF43-DCBA92B1F6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10/28/17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9C1E0-AAA7-4C11-AF43-DCBA92B1F6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10/28/17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9C1E0-AAA7-4C11-AF43-DCBA92B1F6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10/28/17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9C1E0-AAA7-4C11-AF43-DCBA92B1F6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10/28/17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9C1E0-AAA7-4C11-AF43-DCBA92B1F6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10/28/17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9C1E0-AAA7-4C11-AF43-DCBA92B1F6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10/28/17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9C1E0-AAA7-4C11-AF43-DCBA92B1F6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10/28/17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9C1E0-AAA7-4C11-AF43-DCBA92B1F6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10/28/17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9C1E0-AAA7-4C11-AF43-DCBA92B1F6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10/28/17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9C1E0-AAA7-4C11-AF43-DCBA92B1F6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/>
          <p:cNvCxnSpPr>
            <a:cxnSpLocks/>
          </p:cNvCxnSpPr>
          <p:nvPr userDrawn="1"/>
        </p:nvCxnSpPr>
        <p:spPr>
          <a:xfrm>
            <a:off x="3422785" y="6473818"/>
            <a:ext cx="8302490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76929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veloper Code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1189176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Slide for developer code</a:t>
            </a:r>
          </a:p>
        </p:txBody>
      </p:sp>
      <p:sp>
        <p:nvSpPr>
          <p:cNvPr id="3" name="Rectangle 2"/>
          <p:cNvSpPr/>
          <p:nvPr userDrawn="1"/>
        </p:nvSpPr>
        <p:spPr bwMode="hidden">
          <a:xfrm>
            <a:off x="1" y="1189176"/>
            <a:ext cx="12192000" cy="5668824"/>
          </a:xfrm>
          <a:prstGeom prst="rect">
            <a:avLst/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2" tIns="45722" rIns="45722" bIns="4572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102" fontAlgn="base">
              <a:spcBef>
                <a:spcPct val="0"/>
              </a:spcBef>
              <a:spcAft>
                <a:spcPct val="0"/>
              </a:spcAft>
            </a:pPr>
            <a:endParaRPr lang="en-US" sz="1765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0" y="1197321"/>
            <a:ext cx="12192000" cy="5660679"/>
          </a:xfrm>
          <a:solidFill>
            <a:schemeClr val="bg1"/>
          </a:solidFill>
        </p:spPr>
        <p:txBody>
          <a:bodyPr>
            <a:normAutofit/>
          </a:bodyPr>
          <a:lstStyle>
            <a:lvl1pPr marL="0" indent="0">
              <a:buNone/>
              <a:defRPr sz="3235">
                <a:solidFill>
                  <a:sysClr val="windowText" lastClr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39726" indent="0">
              <a:buNone/>
              <a:defRPr>
                <a:solidFill>
                  <a:sysClr val="windowText" lastClr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73090" indent="0">
              <a:buNone/>
              <a:defRPr>
                <a:solidFill>
                  <a:sysClr val="windowText" lastClr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798516" indent="0">
              <a:buNone/>
              <a:defRPr>
                <a:solidFill>
                  <a:sysClr val="windowText" lastClr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30292" indent="0">
              <a:buNone/>
              <a:defRPr>
                <a:solidFill>
                  <a:sysClr val="windowText" lastClr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892956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Title Accent Color 1">
    <p:bg>
      <p:bgPr>
        <a:solidFill>
          <a:srgbClr val="F265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69239" y="2084172"/>
            <a:ext cx="11653523" cy="1158793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058" spc="-98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4940333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mo slide">
    <p:bg>
      <p:bgPr>
        <a:solidFill>
          <a:srgbClr val="F265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69239" y="2084186"/>
            <a:ext cx="9859116" cy="1158793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058" spc="-98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69240" y="3877277"/>
            <a:ext cx="9860674" cy="724246"/>
          </a:xfrm>
          <a:noFill/>
        </p:spPr>
        <p:txBody>
          <a:bodyPr lIns="182880" tIns="146304" rIns="182880" bIns="146304">
            <a:spAutoFit/>
          </a:bodyPr>
          <a:lstStyle>
            <a:lvl1pPr marL="0" indent="0">
              <a:spcBef>
                <a:spcPts val="0"/>
              </a:spcBef>
              <a:buNone/>
              <a:defRPr sz="3137" spc="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10464148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01813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9" name="Straight Connector 378"/>
          <p:cNvCxnSpPr>
            <a:cxnSpLocks/>
          </p:cNvCxnSpPr>
          <p:nvPr userDrawn="1"/>
        </p:nvCxnSpPr>
        <p:spPr>
          <a:xfrm>
            <a:off x="3422785" y="6473818"/>
            <a:ext cx="8302490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4" name="Picture Placeholder 20"/>
          <p:cNvSpPr>
            <a:spLocks noGrp="1"/>
          </p:cNvSpPr>
          <p:nvPr>
            <p:ph type="pic" sz="quarter" idx="10"/>
          </p:nvPr>
        </p:nvSpPr>
        <p:spPr>
          <a:xfrm>
            <a:off x="1134315" y="1592312"/>
            <a:ext cx="2706170" cy="3054226"/>
          </a:xfrm>
          <a:prstGeom prst="rect">
            <a:avLst/>
          </a:prstGeom>
          <a:solidFill>
            <a:srgbClr val="858B9B"/>
          </a:solidFill>
        </p:spPr>
        <p:txBody>
          <a:bodyPr wrap="square">
            <a:noAutofit/>
          </a:bodyPr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85" name="Picture Placeholder 26"/>
          <p:cNvSpPr>
            <a:spLocks noGrp="1"/>
          </p:cNvSpPr>
          <p:nvPr>
            <p:ph type="pic" sz="quarter" idx="11"/>
          </p:nvPr>
        </p:nvSpPr>
        <p:spPr>
          <a:xfrm>
            <a:off x="4742915" y="1568915"/>
            <a:ext cx="2706170" cy="3054226"/>
          </a:xfrm>
          <a:prstGeom prst="rect">
            <a:avLst/>
          </a:prstGeom>
          <a:solidFill>
            <a:srgbClr val="858B9B"/>
          </a:solidFill>
        </p:spPr>
        <p:txBody>
          <a:bodyPr wrap="square">
            <a:noAutofit/>
          </a:bodyPr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91" name="Picture Placeholder 26"/>
          <p:cNvSpPr>
            <a:spLocks noGrp="1"/>
          </p:cNvSpPr>
          <p:nvPr>
            <p:ph type="pic" sz="quarter" idx="13"/>
          </p:nvPr>
        </p:nvSpPr>
        <p:spPr>
          <a:xfrm>
            <a:off x="8351514" y="1568915"/>
            <a:ext cx="2706170" cy="3054226"/>
          </a:xfrm>
          <a:prstGeom prst="rect">
            <a:avLst/>
          </a:prstGeom>
          <a:solidFill>
            <a:srgbClr val="858B9B"/>
          </a:solidFill>
        </p:spPr>
        <p:txBody>
          <a:bodyPr wrap="square">
            <a:noAutofit/>
          </a:bodyPr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34061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75305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10/28/17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79C1E0-AAA7-4C11-AF43-DCBA92B1F6E4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 userDrawn="1"/>
        </p:nvSpPr>
        <p:spPr>
          <a:xfrm>
            <a:off x="11210279" y="534667"/>
            <a:ext cx="4283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6DBA9ED-0BD1-4583-826F-4EF9BAC8450E}" type="slidenum">
              <a:rPr lang="en-ID" sz="1600" b="0" smtClean="0">
                <a:solidFill>
                  <a:schemeClr val="bg1"/>
                </a:solidFill>
                <a:latin typeface="+mn-lt"/>
              </a:rPr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ID" sz="2400" b="0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86690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  <p:sldLayoutId id="2147483781" r:id="rId12"/>
    <p:sldLayoutId id="2147483782" r:id="rId13"/>
    <p:sldLayoutId id="2147483783" r:id="rId14"/>
    <p:sldLayoutId id="2147483784" r:id="rId15"/>
    <p:sldLayoutId id="2147483656" r:id="rId16"/>
    <p:sldLayoutId id="2147483664" r:id="rId17"/>
    <p:sldLayoutId id="2147483657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tif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tiff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9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5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6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4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4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4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4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ASP.NET Core &amp; </a:t>
            </a:r>
            <a:r>
              <a:rPr lang="en-US" dirty="0" err="1"/>
              <a:t>ReactJS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Toni Petrina</a:t>
            </a:r>
          </a:p>
          <a:p>
            <a:r>
              <a:rPr lang="en-US" dirty="0" smtClean="0"/>
              <a:t>@</a:t>
            </a:r>
            <a:r>
              <a:rPr lang="en-US" dirty="0" err="1" smtClean="0"/>
              <a:t>to_pe</a:t>
            </a:r>
            <a:endParaRPr lang="en-US" dirty="0" smtClean="0"/>
          </a:p>
          <a:p>
            <a:r>
              <a:rPr lang="en-US" dirty="0" smtClean="0"/>
              <a:t>Synergy, </a:t>
            </a:r>
            <a:r>
              <a:rPr lang="en-US" dirty="0" err="1" smtClean="0"/>
              <a:t>GigPin</a:t>
            </a:r>
            <a:r>
              <a:rPr lang="en-US" dirty="0" smtClean="0"/>
              <a:t>, Microsoft MVP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5308" y="5266944"/>
            <a:ext cx="927100" cy="146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360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6700" y="0"/>
            <a:ext cx="91151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24866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this session about?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0878114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269239" y="1931231"/>
            <a:ext cx="11653523" cy="299553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 smtClean="0"/>
              <a:t>Building web applications with ASP.NET Core as backend and using </a:t>
            </a:r>
            <a:r>
              <a:rPr lang="en-US" dirty="0" err="1" smtClean="0"/>
              <a:t>ReactJS</a:t>
            </a:r>
            <a:r>
              <a:rPr lang="en-US" dirty="0" smtClean="0"/>
              <a:t> on frontend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65683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Is it any good?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2822488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269239" y="2084172"/>
            <a:ext cx="11653523" cy="115879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 smtClean="0"/>
              <a:t>The session? It's great!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12217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9239" y="2084172"/>
            <a:ext cx="11653523" cy="2139688"/>
          </a:xfrm>
        </p:spPr>
        <p:txBody>
          <a:bodyPr/>
          <a:lstStyle/>
          <a:p>
            <a:r>
              <a:rPr lang="en-US" dirty="0" smtClean="0"/>
              <a:t>No no, the ASP.NET Core and </a:t>
            </a:r>
            <a:r>
              <a:rPr lang="en-US" dirty="0" err="1" smtClean="0"/>
              <a:t>ReactJS</a:t>
            </a:r>
            <a:r>
              <a:rPr lang="en-US" dirty="0" smtClean="0"/>
              <a:t>, is that any good?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3938280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269239" y="2084172"/>
            <a:ext cx="11653523" cy="115879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 smtClean="0"/>
              <a:t>Of course.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06978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9239" y="2084172"/>
            <a:ext cx="11653523" cy="2139688"/>
          </a:xfrm>
        </p:spPr>
        <p:txBody>
          <a:bodyPr/>
          <a:lstStyle/>
          <a:p>
            <a:r>
              <a:rPr lang="en-US" dirty="0" smtClean="0"/>
              <a:t>So this is a SPA app, right? Is that performant?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1682168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269239" y="2084172"/>
            <a:ext cx="11653523" cy="115879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 smtClean="0"/>
              <a:t>Somewhat</a:t>
            </a:r>
            <a:r>
              <a:rPr lang="mr-IN" dirty="0" smtClean="0"/>
              <a:t>…</a:t>
            </a:r>
            <a:r>
              <a:rPr lang="en-US" dirty="0" smtClean="0"/>
              <a:t>it </a:t>
            </a:r>
            <a:r>
              <a:rPr lang="en-US" i="1" dirty="0" smtClean="0"/>
              <a:t>depends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47288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9239" y="2084172"/>
            <a:ext cx="11653523" cy="1162178"/>
          </a:xfrm>
        </p:spPr>
        <p:txBody>
          <a:bodyPr/>
          <a:lstStyle/>
          <a:p>
            <a:r>
              <a:rPr lang="en-US" dirty="0" smtClean="0"/>
              <a:t>Should I use SPA for my project?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366367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269239" y="2084172"/>
            <a:ext cx="11653523" cy="115879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 smtClean="0"/>
              <a:t>See answer for question 4.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91786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9239" y="2084172"/>
            <a:ext cx="11653523" cy="2139688"/>
          </a:xfrm>
        </p:spPr>
        <p:txBody>
          <a:bodyPr/>
          <a:lstStyle/>
          <a:p>
            <a:r>
              <a:rPr lang="en-US" dirty="0" smtClean="0"/>
              <a:t>I didn't realize that questions were numbered</a:t>
            </a:r>
            <a:r>
              <a:rPr lang="mr-IN" dirty="0" smtClean="0"/>
              <a:t>…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716734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269239" y="2084172"/>
            <a:ext cx="11653523" cy="115879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 smtClean="0"/>
              <a:t>That is not a question.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0249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9239" y="2084172"/>
            <a:ext cx="11653523" cy="1162178"/>
          </a:xfrm>
        </p:spPr>
        <p:txBody>
          <a:bodyPr/>
          <a:lstStyle/>
          <a:p>
            <a:r>
              <a:rPr lang="en-US" dirty="0" smtClean="0"/>
              <a:t>Can I see it in action?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9376749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269239" y="2084172"/>
            <a:ext cx="11653523" cy="115879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 smtClean="0"/>
              <a:t>Sure, </a:t>
            </a:r>
            <a:r>
              <a:rPr lang="en-US" smtClean="0"/>
              <a:t>let's start!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51128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Agenda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SPA introduction</a:t>
            </a:r>
            <a:endParaRPr lang="en-US" dirty="0"/>
          </a:p>
          <a:p>
            <a:r>
              <a:rPr lang="en-US" dirty="0" smtClean="0"/>
              <a:t>ASP.NET Core, React, Typescript</a:t>
            </a:r>
            <a:endParaRPr lang="en-US" dirty="0"/>
          </a:p>
          <a:p>
            <a:r>
              <a:rPr lang="en-US" dirty="0" smtClean="0"/>
              <a:t>Conclusion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9089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Problems in modern web development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/>
              <a:t>Templating and DOM manipulation</a:t>
            </a:r>
          </a:p>
          <a:p>
            <a:r>
              <a:rPr lang="en-US" dirty="0"/>
              <a:t>UI &amp; </a:t>
            </a:r>
            <a:r>
              <a:rPr lang="en-US" i="1" dirty="0"/>
              <a:t>logic decoupling (architectural patterns)</a:t>
            </a:r>
          </a:p>
          <a:p>
            <a:r>
              <a:rPr lang="en-US" i="1" dirty="0"/>
              <a:t>Code organization (no modules in JS)</a:t>
            </a:r>
          </a:p>
          <a:p>
            <a:r>
              <a:rPr lang="en-US" i="1" dirty="0"/>
              <a:t>Styles organization and preview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18540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Templating</a:t>
            </a:r>
            <a:r>
              <a:rPr lang="mr-IN" dirty="0" smtClean="0"/>
              <a:t>…</a:t>
            </a:r>
            <a:r>
              <a:rPr lang="en-US" dirty="0" smtClean="0"/>
              <a:t>jQuery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 wrap="none">
            <a:noAutofit/>
          </a:bodyPr>
          <a:lstStyle/>
          <a:p>
            <a:r>
              <a:rPr lang="en-US" sz="1568" i="1" dirty="0" err="1">
                <a:solidFill>
                  <a:srgbClr val="27BADD"/>
                </a:solidFill>
                <a:latin typeface="Menlo-Italic" charset="0"/>
              </a:rPr>
              <a:t>var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 root </a:t>
            </a:r>
            <a:r>
              <a:rPr lang="en-US" sz="1568" dirty="0">
                <a:solidFill>
                  <a:srgbClr val="F4005F"/>
                </a:solidFill>
                <a:latin typeface="Menlo-Regular" charset="0"/>
              </a:rPr>
              <a:t>=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568" dirty="0">
                <a:solidFill>
                  <a:srgbClr val="5AA314"/>
                </a:solidFill>
                <a:latin typeface="Menlo-Regular" charset="0"/>
              </a:rPr>
              <a:t>$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(</a:t>
            </a:r>
            <a:r>
              <a:rPr lang="en-US" sz="1568" dirty="0">
                <a:solidFill>
                  <a:srgbClr val="EC4307"/>
                </a:solidFill>
                <a:latin typeface="Menlo-Regular" charset="0"/>
              </a:rPr>
              <a:t>'#page-list-view-container'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);</a:t>
            </a:r>
          </a:p>
          <a:p>
            <a:r>
              <a:rPr lang="en-US" sz="1568" dirty="0" err="1">
                <a:solidFill>
                  <a:srgbClr val="000000"/>
                </a:solidFill>
                <a:latin typeface="Menlo-Regular" charset="0"/>
              </a:rPr>
              <a:t>root.</a:t>
            </a:r>
            <a:r>
              <a:rPr lang="en-US" sz="1568" dirty="0" err="1">
                <a:solidFill>
                  <a:srgbClr val="5AA314"/>
                </a:solidFill>
                <a:latin typeface="Menlo-Regular" charset="0"/>
              </a:rPr>
              <a:t>empty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();</a:t>
            </a:r>
          </a:p>
          <a:p>
            <a:endParaRPr lang="en-US" sz="1568" dirty="0">
              <a:solidFill>
                <a:srgbClr val="000000"/>
              </a:solidFill>
              <a:latin typeface="Menlo-Regular" charset="0"/>
            </a:endParaRPr>
          </a:p>
          <a:p>
            <a:r>
              <a:rPr lang="en-US" sz="1568" dirty="0" err="1">
                <a:solidFill>
                  <a:srgbClr val="000000"/>
                </a:solidFill>
                <a:latin typeface="Menlo-Regular" charset="0"/>
              </a:rPr>
              <a:t>app.pages.</a:t>
            </a:r>
            <a:r>
              <a:rPr lang="en-US" sz="1568" dirty="0" err="1">
                <a:solidFill>
                  <a:srgbClr val="5AA314"/>
                </a:solidFill>
                <a:latin typeface="Menlo-Regular" charset="0"/>
              </a:rPr>
              <a:t>map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(</a:t>
            </a:r>
            <a:r>
              <a:rPr lang="en-US" sz="1568" i="1" dirty="0">
                <a:solidFill>
                  <a:srgbClr val="27BADD"/>
                </a:solidFill>
                <a:latin typeface="Menlo-Italic" charset="0"/>
              </a:rPr>
              <a:t>function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 (</a:t>
            </a:r>
            <a:r>
              <a:rPr lang="en-US" sz="1568" i="1" dirty="0">
                <a:solidFill>
                  <a:srgbClr val="FA8419"/>
                </a:solidFill>
                <a:latin typeface="Menlo-Italic" charset="0"/>
              </a:rPr>
              <a:t>page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) {</a:t>
            </a:r>
          </a:p>
          <a:p>
            <a:r>
              <a:rPr lang="mr-IN" sz="1568" dirty="0">
                <a:solidFill>
                  <a:srgbClr val="000000"/>
                </a:solidFill>
                <a:latin typeface="Menlo-Regular" charset="0"/>
              </a:rPr>
              <a:t>    </a:t>
            </a:r>
            <a:r>
              <a:rPr lang="mr-IN" sz="1568" dirty="0">
                <a:solidFill>
                  <a:srgbClr val="5AA314"/>
                </a:solidFill>
                <a:latin typeface="Menlo-Regular" charset="0"/>
              </a:rPr>
              <a:t>$</a:t>
            </a:r>
            <a:r>
              <a:rPr lang="mr-IN" sz="1568" dirty="0">
                <a:solidFill>
                  <a:srgbClr val="000000"/>
                </a:solidFill>
                <a:latin typeface="Menlo-Regular" charset="0"/>
              </a:rPr>
              <a:t>(</a:t>
            </a:r>
            <a:r>
              <a:rPr lang="mr-IN" sz="1568" dirty="0">
                <a:solidFill>
                  <a:srgbClr val="EC4307"/>
                </a:solidFill>
                <a:latin typeface="Menlo-Regular" charset="0"/>
              </a:rPr>
              <a:t>"&lt;</a:t>
            </a:r>
            <a:r>
              <a:rPr lang="mr-IN" sz="1568" dirty="0" err="1">
                <a:solidFill>
                  <a:srgbClr val="EC4307"/>
                </a:solidFill>
                <a:latin typeface="Menlo-Regular" charset="0"/>
              </a:rPr>
              <a:t>a</a:t>
            </a:r>
            <a:r>
              <a:rPr lang="mr-IN" sz="1568" dirty="0">
                <a:solidFill>
                  <a:srgbClr val="EC4307"/>
                </a:solidFill>
                <a:latin typeface="Menlo-Regular" charset="0"/>
              </a:rPr>
              <a:t>&gt;"</a:t>
            </a:r>
            <a:r>
              <a:rPr lang="mr-IN" sz="1568" dirty="0">
                <a:solidFill>
                  <a:srgbClr val="000000"/>
                </a:solidFill>
                <a:latin typeface="Menlo-Regular" charset="0"/>
              </a:rPr>
              <a:t>)</a:t>
            </a:r>
          </a:p>
          <a:p>
            <a:r>
              <a:rPr lang="mr-IN" sz="1568" dirty="0">
                <a:solidFill>
                  <a:srgbClr val="000000"/>
                </a:solidFill>
                <a:latin typeface="Menlo-Regular" charset="0"/>
              </a:rPr>
              <a:t>        .</a:t>
            </a:r>
            <a:r>
              <a:rPr lang="mr-IN" sz="1568" dirty="0" err="1">
                <a:solidFill>
                  <a:srgbClr val="5AA314"/>
                </a:solidFill>
                <a:latin typeface="Menlo-Regular" charset="0"/>
              </a:rPr>
              <a:t>attr</a:t>
            </a:r>
            <a:r>
              <a:rPr lang="mr-IN" sz="1568" dirty="0">
                <a:solidFill>
                  <a:srgbClr val="000000"/>
                </a:solidFill>
                <a:latin typeface="Menlo-Regular" charset="0"/>
              </a:rPr>
              <a:t>(</a:t>
            </a:r>
            <a:r>
              <a:rPr lang="mr-IN" sz="1568" dirty="0">
                <a:solidFill>
                  <a:srgbClr val="EC4307"/>
                </a:solidFill>
                <a:latin typeface="Menlo-Regular" charset="0"/>
              </a:rPr>
              <a:t>'</a:t>
            </a:r>
            <a:r>
              <a:rPr lang="mr-IN" sz="1568" dirty="0" err="1">
                <a:solidFill>
                  <a:srgbClr val="EC4307"/>
                </a:solidFill>
                <a:latin typeface="Menlo-Regular" charset="0"/>
              </a:rPr>
              <a:t>href</a:t>
            </a:r>
            <a:r>
              <a:rPr lang="mr-IN" sz="1568" dirty="0">
                <a:solidFill>
                  <a:srgbClr val="EC4307"/>
                </a:solidFill>
                <a:latin typeface="Menlo-Regular" charset="0"/>
              </a:rPr>
              <a:t>'</a:t>
            </a:r>
            <a:r>
              <a:rPr lang="mr-IN" sz="1568" dirty="0">
                <a:solidFill>
                  <a:srgbClr val="000000"/>
                </a:solidFill>
                <a:latin typeface="Menlo-Regular" charset="0"/>
              </a:rPr>
              <a:t>, </a:t>
            </a:r>
            <a:r>
              <a:rPr lang="mr-IN" sz="1568" dirty="0">
                <a:solidFill>
                  <a:srgbClr val="EC4307"/>
                </a:solidFill>
                <a:latin typeface="Menlo-Regular" charset="0"/>
              </a:rPr>
              <a:t>"#"</a:t>
            </a:r>
            <a:r>
              <a:rPr lang="mr-IN" sz="1568" dirty="0">
                <a:solidFill>
                  <a:srgbClr val="000000"/>
                </a:solidFill>
                <a:latin typeface="Menlo-Regular" charset="0"/>
              </a:rPr>
              <a:t>)</a:t>
            </a:r>
          </a:p>
          <a:p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        .</a:t>
            </a:r>
            <a:r>
              <a:rPr lang="en-US" sz="1568" dirty="0" err="1">
                <a:solidFill>
                  <a:srgbClr val="5AA314"/>
                </a:solidFill>
                <a:latin typeface="Menlo-Regular" charset="0"/>
              </a:rPr>
              <a:t>addClass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(</a:t>
            </a:r>
            <a:r>
              <a:rPr lang="en-US" sz="1568" dirty="0" err="1">
                <a:solidFill>
                  <a:srgbClr val="000000"/>
                </a:solidFill>
                <a:latin typeface="Menlo-Regular" charset="0"/>
              </a:rPr>
              <a:t>page.isDraft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568" dirty="0">
                <a:solidFill>
                  <a:srgbClr val="F4005F"/>
                </a:solidFill>
                <a:latin typeface="Menlo-Regular" charset="0"/>
              </a:rPr>
              <a:t>?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568" dirty="0">
                <a:solidFill>
                  <a:srgbClr val="EC4307"/>
                </a:solidFill>
                <a:latin typeface="Menlo-Regular" charset="0"/>
              </a:rPr>
              <a:t>'draft-page-litem'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568" dirty="0">
                <a:solidFill>
                  <a:srgbClr val="F4005F"/>
                </a:solidFill>
                <a:latin typeface="Menlo-Regular" charset="0"/>
              </a:rPr>
              <a:t>: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568" dirty="0">
                <a:solidFill>
                  <a:srgbClr val="EC4307"/>
                </a:solidFill>
                <a:latin typeface="Menlo-Regular" charset="0"/>
              </a:rPr>
              <a:t>'published-page-litem'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)</a:t>
            </a:r>
          </a:p>
          <a:p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        .</a:t>
            </a:r>
            <a:r>
              <a:rPr lang="en-US" sz="1568" dirty="0" err="1">
                <a:solidFill>
                  <a:srgbClr val="5AA314"/>
                </a:solidFill>
                <a:latin typeface="Menlo-Regular" charset="0"/>
              </a:rPr>
              <a:t>addClass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(</a:t>
            </a:r>
            <a:r>
              <a:rPr lang="en-US" sz="1568" dirty="0">
                <a:solidFill>
                  <a:srgbClr val="EC4307"/>
                </a:solidFill>
                <a:latin typeface="Menlo-Regular" charset="0"/>
              </a:rPr>
              <a:t>'page-level-'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568" dirty="0">
                <a:solidFill>
                  <a:srgbClr val="F4005F"/>
                </a:solidFill>
                <a:latin typeface="Menlo-Regular" charset="0"/>
              </a:rPr>
              <a:t>+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568" dirty="0" err="1">
                <a:solidFill>
                  <a:srgbClr val="000000"/>
                </a:solidFill>
                <a:latin typeface="Menlo-Regular" charset="0"/>
              </a:rPr>
              <a:t>page.level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)</a:t>
            </a:r>
          </a:p>
          <a:p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        .</a:t>
            </a:r>
            <a:r>
              <a:rPr lang="en-US" sz="1568" dirty="0" err="1">
                <a:solidFill>
                  <a:srgbClr val="5AA314"/>
                </a:solidFill>
                <a:latin typeface="Menlo-Regular" charset="0"/>
              </a:rPr>
              <a:t>addClass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(</a:t>
            </a:r>
            <a:r>
              <a:rPr lang="en-US" sz="1568" dirty="0" err="1">
                <a:solidFill>
                  <a:srgbClr val="000000"/>
                </a:solidFill>
                <a:latin typeface="Menlo-Regular" charset="0"/>
              </a:rPr>
              <a:t>page.isDraft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568" dirty="0">
                <a:solidFill>
                  <a:srgbClr val="F4005F"/>
                </a:solidFill>
                <a:latin typeface="Menlo-Regular" charset="0"/>
              </a:rPr>
              <a:t>?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 (</a:t>
            </a:r>
            <a:r>
              <a:rPr lang="en-US" sz="1568" dirty="0" err="1">
                <a:solidFill>
                  <a:srgbClr val="000000"/>
                </a:solidFill>
                <a:latin typeface="Menlo-Regular" charset="0"/>
              </a:rPr>
              <a:t>page.isNew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568" dirty="0">
                <a:solidFill>
                  <a:srgbClr val="F4005F"/>
                </a:solidFill>
                <a:latin typeface="Menlo-Regular" charset="0"/>
              </a:rPr>
              <a:t>?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568" dirty="0">
                <a:solidFill>
                  <a:srgbClr val="EC4307"/>
                </a:solidFill>
                <a:latin typeface="Menlo-Regular" charset="0"/>
              </a:rPr>
              <a:t>'page-new'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568" dirty="0">
                <a:solidFill>
                  <a:srgbClr val="F4005F"/>
                </a:solidFill>
                <a:latin typeface="Menlo-Regular" charset="0"/>
              </a:rPr>
              <a:t>: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568" dirty="0">
                <a:solidFill>
                  <a:srgbClr val="EC4307"/>
                </a:solidFill>
                <a:latin typeface="Menlo-Regular" charset="0"/>
              </a:rPr>
              <a:t>'page-draft'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) </a:t>
            </a:r>
            <a:r>
              <a:rPr lang="en-US" sz="1568" dirty="0">
                <a:solidFill>
                  <a:srgbClr val="F4005F"/>
                </a:solidFill>
                <a:latin typeface="Menlo-Regular" charset="0"/>
              </a:rPr>
              <a:t>: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568" dirty="0">
                <a:solidFill>
                  <a:srgbClr val="EC4307"/>
                </a:solidFill>
                <a:latin typeface="Menlo-Regular" charset="0"/>
              </a:rPr>
              <a:t>'page-published'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)</a:t>
            </a:r>
          </a:p>
          <a:p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        .</a:t>
            </a:r>
            <a:r>
              <a:rPr lang="en-US" sz="1568" dirty="0" err="1">
                <a:solidFill>
                  <a:srgbClr val="5AA314"/>
                </a:solidFill>
                <a:latin typeface="Menlo-Regular" charset="0"/>
              </a:rPr>
              <a:t>attr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(</a:t>
            </a:r>
            <a:r>
              <a:rPr lang="en-US" sz="1568" dirty="0">
                <a:solidFill>
                  <a:srgbClr val="EC4307"/>
                </a:solidFill>
                <a:latin typeface="Menlo-Regular" charset="0"/>
              </a:rPr>
              <a:t>'data-</a:t>
            </a:r>
            <a:r>
              <a:rPr lang="en-US" sz="1568" dirty="0" err="1">
                <a:solidFill>
                  <a:srgbClr val="EC4307"/>
                </a:solidFill>
                <a:latin typeface="Menlo-Regular" charset="0"/>
              </a:rPr>
              <a:t>pageId</a:t>
            </a:r>
            <a:r>
              <a:rPr lang="en-US" sz="1568" dirty="0">
                <a:solidFill>
                  <a:srgbClr val="EC4307"/>
                </a:solidFill>
                <a:latin typeface="Menlo-Regular" charset="0"/>
              </a:rPr>
              <a:t>'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, </a:t>
            </a:r>
            <a:r>
              <a:rPr lang="en-US" sz="1568" dirty="0" err="1">
                <a:solidFill>
                  <a:srgbClr val="000000"/>
                </a:solidFill>
                <a:latin typeface="Menlo-Regular" charset="0"/>
              </a:rPr>
              <a:t>page.id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)</a:t>
            </a:r>
          </a:p>
          <a:p>
            <a:r>
              <a:rPr lang="mr-IN" sz="1568" dirty="0">
                <a:solidFill>
                  <a:srgbClr val="000000"/>
                </a:solidFill>
                <a:latin typeface="Menlo-Regular" charset="0"/>
              </a:rPr>
              <a:t>        .</a:t>
            </a:r>
            <a:r>
              <a:rPr lang="mr-IN" sz="1568" dirty="0" err="1">
                <a:solidFill>
                  <a:srgbClr val="27BADD"/>
                </a:solidFill>
                <a:latin typeface="Menlo-Regular" charset="0"/>
              </a:rPr>
              <a:t>append</a:t>
            </a:r>
            <a:r>
              <a:rPr lang="mr-IN" sz="1568" dirty="0">
                <a:solidFill>
                  <a:srgbClr val="000000"/>
                </a:solidFill>
                <a:latin typeface="Menlo-Regular" charset="0"/>
              </a:rPr>
              <a:t>(</a:t>
            </a:r>
            <a:r>
              <a:rPr lang="mr-IN" sz="1568" dirty="0">
                <a:solidFill>
                  <a:srgbClr val="5AA314"/>
                </a:solidFill>
                <a:latin typeface="Menlo-Regular" charset="0"/>
              </a:rPr>
              <a:t>$</a:t>
            </a:r>
            <a:r>
              <a:rPr lang="mr-IN" sz="1568" dirty="0">
                <a:solidFill>
                  <a:srgbClr val="000000"/>
                </a:solidFill>
                <a:latin typeface="Menlo-Regular" charset="0"/>
              </a:rPr>
              <a:t>(</a:t>
            </a:r>
            <a:r>
              <a:rPr lang="mr-IN" sz="1568" dirty="0">
                <a:solidFill>
                  <a:srgbClr val="EC4307"/>
                </a:solidFill>
                <a:latin typeface="Menlo-Regular" charset="0"/>
              </a:rPr>
              <a:t>'&lt;</a:t>
            </a:r>
            <a:r>
              <a:rPr lang="mr-IN" sz="1568" dirty="0" err="1">
                <a:solidFill>
                  <a:srgbClr val="EC4307"/>
                </a:solidFill>
                <a:latin typeface="Menlo-Regular" charset="0"/>
              </a:rPr>
              <a:t>li</a:t>
            </a:r>
            <a:r>
              <a:rPr lang="mr-IN" sz="1568" dirty="0">
                <a:solidFill>
                  <a:srgbClr val="EC4307"/>
                </a:solidFill>
                <a:latin typeface="Menlo-Regular" charset="0"/>
              </a:rPr>
              <a:t>&gt;'</a:t>
            </a:r>
            <a:r>
              <a:rPr lang="mr-IN" sz="1568" dirty="0">
                <a:solidFill>
                  <a:srgbClr val="000000"/>
                </a:solidFill>
                <a:latin typeface="Menlo-Regular" charset="0"/>
              </a:rPr>
              <a:t>)</a:t>
            </a:r>
          </a:p>
          <a:p>
            <a:r>
              <a:rPr lang="mr-IN" sz="1568" dirty="0">
                <a:solidFill>
                  <a:srgbClr val="000000"/>
                </a:solidFill>
                <a:latin typeface="Menlo-Regular" charset="0"/>
              </a:rPr>
              <a:t>            .</a:t>
            </a:r>
            <a:r>
              <a:rPr lang="mr-IN" sz="1568" dirty="0" err="1">
                <a:solidFill>
                  <a:srgbClr val="5AA314"/>
                </a:solidFill>
                <a:latin typeface="Menlo-Regular" charset="0"/>
              </a:rPr>
              <a:t>text</a:t>
            </a:r>
            <a:r>
              <a:rPr lang="mr-IN" sz="1568" dirty="0">
                <a:solidFill>
                  <a:srgbClr val="000000"/>
                </a:solidFill>
                <a:latin typeface="Menlo-Regular" charset="0"/>
              </a:rPr>
              <a:t>(</a:t>
            </a:r>
            <a:r>
              <a:rPr lang="mr-IN" sz="1568" dirty="0" err="1">
                <a:solidFill>
                  <a:srgbClr val="000000"/>
                </a:solidFill>
                <a:latin typeface="Menlo-Regular" charset="0"/>
              </a:rPr>
              <a:t>page.name</a:t>
            </a:r>
            <a:r>
              <a:rPr lang="mr-IN" sz="1568" dirty="0">
                <a:solidFill>
                  <a:srgbClr val="000000"/>
                </a:solidFill>
                <a:latin typeface="Menlo-Regular" charset="0"/>
              </a:rPr>
              <a:t>)</a:t>
            </a:r>
          </a:p>
          <a:p>
            <a:r>
              <a:rPr lang="mr-IN" sz="1568" dirty="0">
                <a:solidFill>
                  <a:srgbClr val="000000"/>
                </a:solidFill>
                <a:latin typeface="Menlo-Regular" charset="0"/>
              </a:rPr>
              <a:t>            .</a:t>
            </a:r>
            <a:r>
              <a:rPr lang="mr-IN" sz="1568" dirty="0" err="1">
                <a:solidFill>
                  <a:srgbClr val="27BADD"/>
                </a:solidFill>
                <a:latin typeface="Menlo-Regular" charset="0"/>
              </a:rPr>
              <a:t>prepend</a:t>
            </a:r>
            <a:r>
              <a:rPr lang="mr-IN" sz="1568" dirty="0">
                <a:solidFill>
                  <a:srgbClr val="000000"/>
                </a:solidFill>
                <a:latin typeface="Menlo-Regular" charset="0"/>
              </a:rPr>
              <a:t>(</a:t>
            </a:r>
            <a:r>
              <a:rPr lang="mr-IN" sz="1568" dirty="0">
                <a:solidFill>
                  <a:srgbClr val="5AA314"/>
                </a:solidFill>
                <a:latin typeface="Menlo-Regular" charset="0"/>
              </a:rPr>
              <a:t>$</a:t>
            </a:r>
            <a:r>
              <a:rPr lang="mr-IN" sz="1568" dirty="0">
                <a:solidFill>
                  <a:srgbClr val="000000"/>
                </a:solidFill>
                <a:latin typeface="Menlo-Regular" charset="0"/>
              </a:rPr>
              <a:t>(</a:t>
            </a:r>
            <a:r>
              <a:rPr lang="mr-IN" sz="1568" dirty="0">
                <a:solidFill>
                  <a:srgbClr val="EC4307"/>
                </a:solidFill>
                <a:latin typeface="Menlo-Regular" charset="0"/>
              </a:rPr>
              <a:t>'&lt;</a:t>
            </a:r>
            <a:r>
              <a:rPr lang="mr-IN" sz="1568" dirty="0" err="1">
                <a:solidFill>
                  <a:srgbClr val="EC4307"/>
                </a:solidFill>
                <a:latin typeface="Menlo-Regular" charset="0"/>
              </a:rPr>
              <a:t>span</a:t>
            </a:r>
            <a:r>
              <a:rPr lang="mr-IN" sz="1568" dirty="0">
                <a:solidFill>
                  <a:srgbClr val="EC4307"/>
                </a:solidFill>
                <a:latin typeface="Menlo-Regular" charset="0"/>
              </a:rPr>
              <a:t>&gt;'</a:t>
            </a:r>
            <a:r>
              <a:rPr lang="mr-IN" sz="1568" dirty="0">
                <a:solidFill>
                  <a:srgbClr val="000000"/>
                </a:solidFill>
                <a:latin typeface="Menlo-Regular" charset="0"/>
              </a:rPr>
              <a:t>)</a:t>
            </a:r>
          </a:p>
          <a:p>
            <a:r>
              <a:rPr lang="mr-IN" sz="1568" dirty="0">
                <a:solidFill>
                  <a:srgbClr val="000000"/>
                </a:solidFill>
                <a:latin typeface="Menlo-Regular" charset="0"/>
              </a:rPr>
              <a:t>                .</a:t>
            </a:r>
            <a:r>
              <a:rPr lang="mr-IN" sz="1568" dirty="0" err="1">
                <a:solidFill>
                  <a:srgbClr val="5AA314"/>
                </a:solidFill>
                <a:latin typeface="Menlo-Regular" charset="0"/>
              </a:rPr>
              <a:t>addClass</a:t>
            </a:r>
            <a:r>
              <a:rPr lang="mr-IN" sz="1568" dirty="0">
                <a:solidFill>
                  <a:srgbClr val="000000"/>
                </a:solidFill>
                <a:latin typeface="Menlo-Regular" charset="0"/>
              </a:rPr>
              <a:t>(</a:t>
            </a:r>
            <a:r>
              <a:rPr lang="mr-IN" sz="1568" dirty="0">
                <a:solidFill>
                  <a:srgbClr val="EC4307"/>
                </a:solidFill>
                <a:latin typeface="Menlo-Regular" charset="0"/>
              </a:rPr>
              <a:t>'</a:t>
            </a:r>
            <a:r>
              <a:rPr lang="mr-IN" sz="1568" dirty="0" err="1">
                <a:solidFill>
                  <a:srgbClr val="EC4307"/>
                </a:solidFill>
                <a:latin typeface="Menlo-Regular" charset="0"/>
              </a:rPr>
              <a:t>fa</a:t>
            </a:r>
            <a:r>
              <a:rPr lang="mr-IN" sz="1568" dirty="0">
                <a:solidFill>
                  <a:srgbClr val="EC4307"/>
                </a:solidFill>
                <a:latin typeface="Menlo-Regular" charset="0"/>
              </a:rPr>
              <a:t>'</a:t>
            </a:r>
            <a:r>
              <a:rPr lang="mr-IN" sz="1568" dirty="0">
                <a:solidFill>
                  <a:srgbClr val="000000"/>
                </a:solidFill>
                <a:latin typeface="Menlo-Regular" charset="0"/>
              </a:rPr>
              <a:t>)</a:t>
            </a:r>
          </a:p>
          <a:p>
            <a:r>
              <a:rPr lang="mr-IN" sz="1568" dirty="0">
                <a:solidFill>
                  <a:srgbClr val="000000"/>
                </a:solidFill>
                <a:latin typeface="Menlo-Regular" charset="0"/>
              </a:rPr>
              <a:t>                .</a:t>
            </a:r>
            <a:r>
              <a:rPr lang="mr-IN" sz="1568" dirty="0" err="1">
                <a:solidFill>
                  <a:srgbClr val="5AA314"/>
                </a:solidFill>
                <a:latin typeface="Menlo-Regular" charset="0"/>
              </a:rPr>
              <a:t>addClass</a:t>
            </a:r>
            <a:r>
              <a:rPr lang="mr-IN" sz="1568" dirty="0">
                <a:solidFill>
                  <a:srgbClr val="000000"/>
                </a:solidFill>
                <a:latin typeface="Menlo-Regular" charset="0"/>
              </a:rPr>
              <a:t>(</a:t>
            </a:r>
            <a:r>
              <a:rPr lang="mr-IN" sz="1568" dirty="0" err="1">
                <a:solidFill>
                  <a:srgbClr val="000000"/>
                </a:solidFill>
                <a:latin typeface="Menlo-Regular" charset="0"/>
              </a:rPr>
              <a:t>page.level</a:t>
            </a:r>
            <a:r>
              <a:rPr lang="mr-IN" sz="1568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mr-IN" sz="1568" dirty="0">
                <a:solidFill>
                  <a:srgbClr val="F4005F"/>
                </a:solidFill>
                <a:latin typeface="Menlo-Regular" charset="0"/>
              </a:rPr>
              <a:t>==</a:t>
            </a:r>
            <a:r>
              <a:rPr lang="mr-IN" sz="1568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mr-IN" sz="1568" dirty="0">
                <a:solidFill>
                  <a:srgbClr val="9D65FF"/>
                </a:solidFill>
                <a:latin typeface="Menlo-Regular" charset="0"/>
              </a:rPr>
              <a:t>0</a:t>
            </a:r>
            <a:r>
              <a:rPr lang="mr-IN" sz="1568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mr-IN" sz="1568" dirty="0">
                <a:solidFill>
                  <a:srgbClr val="F4005F"/>
                </a:solidFill>
                <a:latin typeface="Menlo-Regular" charset="0"/>
              </a:rPr>
              <a:t>?</a:t>
            </a:r>
            <a:r>
              <a:rPr lang="mr-IN" sz="1568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mr-IN" sz="1568" dirty="0">
                <a:solidFill>
                  <a:srgbClr val="EC4307"/>
                </a:solidFill>
                <a:latin typeface="Menlo-Regular" charset="0"/>
              </a:rPr>
              <a:t>'</a:t>
            </a:r>
            <a:r>
              <a:rPr lang="mr-IN" sz="1568" dirty="0" err="1">
                <a:solidFill>
                  <a:srgbClr val="EC4307"/>
                </a:solidFill>
                <a:latin typeface="Menlo-Regular" charset="0"/>
              </a:rPr>
              <a:t>fa-home</a:t>
            </a:r>
            <a:r>
              <a:rPr lang="mr-IN" sz="1568" dirty="0">
                <a:solidFill>
                  <a:srgbClr val="EC4307"/>
                </a:solidFill>
                <a:latin typeface="Menlo-Regular" charset="0"/>
              </a:rPr>
              <a:t>'</a:t>
            </a:r>
            <a:r>
              <a:rPr lang="mr-IN" sz="1568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mr-IN" sz="1568" dirty="0">
                <a:solidFill>
                  <a:srgbClr val="F4005F"/>
                </a:solidFill>
                <a:latin typeface="Menlo-Regular" charset="0"/>
              </a:rPr>
              <a:t>:</a:t>
            </a:r>
            <a:r>
              <a:rPr lang="mr-IN" sz="1568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mr-IN" sz="1568" dirty="0">
                <a:solidFill>
                  <a:srgbClr val="EC4307"/>
                </a:solidFill>
                <a:latin typeface="Menlo-Regular" charset="0"/>
              </a:rPr>
              <a:t>'</a:t>
            </a:r>
            <a:r>
              <a:rPr lang="mr-IN" sz="1568" dirty="0" err="1">
                <a:solidFill>
                  <a:srgbClr val="EC4307"/>
                </a:solidFill>
                <a:latin typeface="Menlo-Regular" charset="0"/>
              </a:rPr>
              <a:t>fa-file</a:t>
            </a:r>
            <a:r>
              <a:rPr lang="mr-IN" sz="1568" dirty="0">
                <a:solidFill>
                  <a:srgbClr val="EC4307"/>
                </a:solidFill>
                <a:latin typeface="Menlo-Regular" charset="0"/>
              </a:rPr>
              <a:t>'</a:t>
            </a:r>
            <a:r>
              <a:rPr lang="mr-IN" sz="1568" dirty="0">
                <a:solidFill>
                  <a:srgbClr val="000000"/>
                </a:solidFill>
                <a:latin typeface="Menlo-Regular" charset="0"/>
              </a:rPr>
              <a:t>)</a:t>
            </a:r>
          </a:p>
          <a:p>
            <a:r>
              <a:rPr lang="mr-IN" sz="1568" dirty="0">
                <a:solidFill>
                  <a:srgbClr val="000000"/>
                </a:solidFill>
                <a:latin typeface="Menlo-Regular" charset="0"/>
              </a:rPr>
              <a:t>                )</a:t>
            </a:r>
          </a:p>
          <a:p>
            <a:r>
              <a:rPr lang="mr-IN" sz="1568" dirty="0">
                <a:solidFill>
                  <a:srgbClr val="000000"/>
                </a:solidFill>
                <a:latin typeface="Menlo-Regular" charset="0"/>
              </a:rPr>
              <a:t>            )</a:t>
            </a:r>
          </a:p>
          <a:p>
            <a:r>
              <a:rPr lang="mr-IN" sz="1568" dirty="0">
                <a:solidFill>
                  <a:srgbClr val="000000"/>
                </a:solidFill>
                <a:latin typeface="Menlo-Regular" charset="0"/>
              </a:rPr>
              <a:t>        .</a:t>
            </a:r>
            <a:r>
              <a:rPr lang="mr-IN" sz="1568" dirty="0" err="1">
                <a:solidFill>
                  <a:srgbClr val="5AA314"/>
                </a:solidFill>
                <a:latin typeface="Menlo-Regular" charset="0"/>
              </a:rPr>
              <a:t>appendTo</a:t>
            </a:r>
            <a:r>
              <a:rPr lang="mr-IN" sz="1568" dirty="0">
                <a:solidFill>
                  <a:srgbClr val="000000"/>
                </a:solidFill>
                <a:latin typeface="Menlo-Regular" charset="0"/>
              </a:rPr>
              <a:t>(</a:t>
            </a:r>
            <a:r>
              <a:rPr lang="mr-IN" sz="1568" dirty="0" err="1">
                <a:solidFill>
                  <a:srgbClr val="000000"/>
                </a:solidFill>
                <a:latin typeface="Menlo-Regular" charset="0"/>
              </a:rPr>
              <a:t>root</a:t>
            </a:r>
            <a:r>
              <a:rPr lang="mr-IN" sz="1568" dirty="0">
                <a:solidFill>
                  <a:srgbClr val="000000"/>
                </a:solidFill>
                <a:latin typeface="Menlo-Regular" charset="0"/>
              </a:rPr>
              <a:t>);</a:t>
            </a:r>
          </a:p>
          <a:p>
            <a:r>
              <a:rPr lang="mr-IN" sz="1568" dirty="0">
                <a:solidFill>
                  <a:srgbClr val="000000"/>
                </a:solidFill>
                <a:latin typeface="Menlo-Regular" charset="0"/>
              </a:rPr>
              <a:t>})</a:t>
            </a:r>
          </a:p>
          <a:p>
            <a:r>
              <a:rPr lang="en-US" sz="1568" dirty="0" err="1">
                <a:solidFill>
                  <a:srgbClr val="5AA314"/>
                </a:solidFill>
                <a:latin typeface="Menlo-Regular" charset="0"/>
              </a:rPr>
              <a:t>addClickHandlerToSelectPages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();</a:t>
            </a:r>
          </a:p>
          <a:p>
            <a:endParaRPr lang="en-US" sz="1568" dirty="0">
              <a:latin typeface="Consolas" charset="0"/>
              <a:ea typeface="Consolas" charset="0"/>
              <a:cs typeface="Consolas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4380" y="2117687"/>
            <a:ext cx="4357621" cy="4731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11733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DOM </a:t>
            </a:r>
            <a:r>
              <a:rPr lang="en-US" i="1" dirty="0" smtClean="0"/>
              <a:t>manipulation</a:t>
            </a:r>
            <a:endParaRPr lang="en-US" i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 wrap="none">
            <a:noAutofit/>
          </a:bodyPr>
          <a:lstStyle/>
          <a:p>
            <a:r>
              <a:rPr lang="en-US" sz="1961" dirty="0">
                <a:solidFill>
                  <a:srgbClr val="8E8E7C"/>
                </a:solidFill>
                <a:latin typeface="Menlo-Regular" charset="0"/>
              </a:rPr>
              <a:t>// </a:t>
            </a:r>
            <a:r>
              <a:rPr lang="en-US" sz="1961" dirty="0" smtClean="0">
                <a:solidFill>
                  <a:srgbClr val="8E8E7C"/>
                </a:solidFill>
                <a:latin typeface="Menlo-Regular" charset="0"/>
              </a:rPr>
              <a:t>add class selected on click</a:t>
            </a:r>
            <a:endParaRPr lang="en-US" sz="1961" dirty="0">
              <a:solidFill>
                <a:srgbClr val="000000"/>
              </a:solidFill>
              <a:latin typeface="Menlo-Regular" charset="0"/>
            </a:endParaRPr>
          </a:p>
          <a:p>
            <a:r>
              <a:rPr lang="en-US" sz="1961" dirty="0">
                <a:solidFill>
                  <a:srgbClr val="5AA314"/>
                </a:solidFill>
                <a:latin typeface="Menlo-Regular" charset="0"/>
              </a:rPr>
              <a:t>$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(</a:t>
            </a:r>
            <a:r>
              <a:rPr lang="en-US" sz="1961" dirty="0">
                <a:solidFill>
                  <a:srgbClr val="EC4307"/>
                </a:solidFill>
                <a:latin typeface="Menlo-Regular" charset="0"/>
              </a:rPr>
              <a:t>"#page-list-view-container [data-</a:t>
            </a:r>
            <a:r>
              <a:rPr lang="en-US" sz="1961" dirty="0" err="1">
                <a:solidFill>
                  <a:srgbClr val="EC4307"/>
                </a:solidFill>
                <a:latin typeface="Menlo-Regular" charset="0"/>
              </a:rPr>
              <a:t>pageid</a:t>
            </a:r>
            <a:r>
              <a:rPr lang="en-US" sz="1961" dirty="0">
                <a:solidFill>
                  <a:srgbClr val="EC4307"/>
                </a:solidFill>
                <a:latin typeface="Menlo-Regular" charset="0"/>
              </a:rPr>
              <a:t>="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961" dirty="0">
                <a:solidFill>
                  <a:srgbClr val="F4005F"/>
                </a:solidFill>
                <a:latin typeface="Menlo-Regular" charset="0"/>
              </a:rPr>
              <a:t>+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961" dirty="0" err="1">
                <a:solidFill>
                  <a:srgbClr val="000000"/>
                </a:solidFill>
                <a:latin typeface="Menlo-Regular" charset="0"/>
              </a:rPr>
              <a:t>selectedPageId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961" dirty="0">
                <a:solidFill>
                  <a:srgbClr val="F4005F"/>
                </a:solidFill>
                <a:latin typeface="Menlo-Regular" charset="0"/>
              </a:rPr>
              <a:t>+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961" dirty="0">
                <a:solidFill>
                  <a:srgbClr val="EC4307"/>
                </a:solidFill>
                <a:latin typeface="Menlo-Regular" charset="0"/>
              </a:rPr>
              <a:t>"]"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)</a:t>
            </a:r>
          </a:p>
          <a:p>
            <a:r>
              <a:rPr lang="mr-IN" sz="1961" dirty="0">
                <a:solidFill>
                  <a:srgbClr val="000000"/>
                </a:solidFill>
                <a:latin typeface="Menlo-Regular" charset="0"/>
              </a:rPr>
              <a:t>        .</a:t>
            </a:r>
            <a:r>
              <a:rPr lang="mr-IN" sz="1961" dirty="0" err="1">
                <a:solidFill>
                  <a:srgbClr val="27BADD"/>
                </a:solidFill>
                <a:latin typeface="Menlo-Regular" charset="0"/>
              </a:rPr>
              <a:t>find</a:t>
            </a:r>
            <a:r>
              <a:rPr lang="mr-IN" sz="1961" dirty="0">
                <a:solidFill>
                  <a:srgbClr val="000000"/>
                </a:solidFill>
                <a:latin typeface="Menlo-Regular" charset="0"/>
              </a:rPr>
              <a:t>(</a:t>
            </a:r>
            <a:r>
              <a:rPr lang="mr-IN" sz="1961" dirty="0">
                <a:solidFill>
                  <a:srgbClr val="EC4307"/>
                </a:solidFill>
                <a:latin typeface="Menlo-Regular" charset="0"/>
              </a:rPr>
              <a:t>"</a:t>
            </a:r>
            <a:r>
              <a:rPr lang="mr-IN" sz="1961" dirty="0" err="1">
                <a:solidFill>
                  <a:srgbClr val="EC4307"/>
                </a:solidFill>
                <a:latin typeface="Menlo-Regular" charset="0"/>
              </a:rPr>
              <a:t>li</a:t>
            </a:r>
            <a:r>
              <a:rPr lang="mr-IN" sz="1961" dirty="0">
                <a:solidFill>
                  <a:srgbClr val="EC4307"/>
                </a:solidFill>
                <a:latin typeface="Menlo-Regular" charset="0"/>
              </a:rPr>
              <a:t>"</a:t>
            </a:r>
            <a:r>
              <a:rPr lang="mr-IN" sz="1961" dirty="0">
                <a:solidFill>
                  <a:srgbClr val="000000"/>
                </a:solidFill>
                <a:latin typeface="Menlo-Regular" charset="0"/>
              </a:rPr>
              <a:t>)</a:t>
            </a:r>
          </a:p>
          <a:p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       .</a:t>
            </a:r>
            <a:r>
              <a:rPr lang="en-US" sz="1961" dirty="0" err="1">
                <a:solidFill>
                  <a:srgbClr val="5AA314"/>
                </a:solidFill>
                <a:latin typeface="Menlo-Regular" charset="0"/>
              </a:rPr>
              <a:t>addClass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(</a:t>
            </a:r>
            <a:r>
              <a:rPr lang="en-US" sz="1961" dirty="0">
                <a:solidFill>
                  <a:srgbClr val="EC4307"/>
                </a:solidFill>
                <a:latin typeface="Menlo-Regular" charset="0"/>
              </a:rPr>
              <a:t>'selected'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)</a:t>
            </a:r>
          </a:p>
          <a:p>
            <a:endParaRPr lang="en-US" sz="1961" dirty="0">
              <a:solidFill>
                <a:srgbClr val="000000"/>
              </a:solidFill>
              <a:latin typeface="Menlo-Regular" charset="0"/>
            </a:endParaRPr>
          </a:p>
          <a:p>
            <a:endParaRPr lang="en-US" sz="1961" dirty="0">
              <a:latin typeface="Consolas" charset="0"/>
              <a:ea typeface="Consolas" charset="0"/>
              <a:cs typeface="Consolas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943110" y="1875965"/>
            <a:ext cx="2894291" cy="12672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lIns="179285" tIns="143428" rIns="179285" bIns="143428" rtlCol="0">
            <a:spAutoFit/>
          </a:bodyPr>
          <a:lstStyle/>
          <a:p>
            <a:pPr>
              <a:lnSpc>
                <a:spcPct val="90000"/>
              </a:lnSpc>
              <a:spcAft>
                <a:spcPts val="588"/>
              </a:spcAft>
            </a:pPr>
            <a:r>
              <a:rPr lang="en-US" sz="2353" dirty="0" smtClean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Finding element with magic strings and concatenation</a:t>
            </a:r>
            <a:endParaRPr lang="en-US" sz="2353" dirty="0">
              <a:gradFill>
                <a:gsLst>
                  <a:gs pos="2917">
                    <a:schemeClr val="tx1"/>
                  </a:gs>
                  <a:gs pos="30000">
                    <a:schemeClr val="tx1"/>
                  </a:gs>
                </a:gsLst>
                <a:lin ang="5400000" scaled="0"/>
              </a:gra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0971" y="2652483"/>
            <a:ext cx="2399503" cy="615516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lIns="179285" tIns="143428" rIns="179285" bIns="143428" rtlCol="0">
            <a:spAutoFit/>
          </a:bodyPr>
          <a:lstStyle/>
          <a:p>
            <a:pPr>
              <a:lnSpc>
                <a:spcPct val="90000"/>
              </a:lnSpc>
              <a:spcAft>
                <a:spcPts val="588"/>
              </a:spcAft>
            </a:pPr>
            <a:r>
              <a:rPr lang="en-US" sz="2353" smtClean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Manual update?</a:t>
            </a:r>
            <a:endParaRPr lang="en-US" sz="2353" dirty="0">
              <a:gradFill>
                <a:gsLst>
                  <a:gs pos="2917">
                    <a:schemeClr val="tx1"/>
                  </a:gs>
                  <a:gs pos="30000">
                    <a:schemeClr val="tx1"/>
                  </a:gs>
                </a:gsLst>
                <a:lin ang="5400000" scaled="0"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203786680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Mustache </a:t>
            </a:r>
            <a:r>
              <a:rPr lang="en-US" i="1" dirty="0" smtClean="0"/>
              <a:t>templating</a:t>
            </a:r>
            <a:endParaRPr lang="en-US" i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sz="1568" i="1" dirty="0" err="1">
                <a:solidFill>
                  <a:srgbClr val="27BADD"/>
                </a:solidFill>
                <a:latin typeface="Menlo-Italic" charset="0"/>
              </a:rPr>
              <a:t>var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 view </a:t>
            </a:r>
            <a:r>
              <a:rPr lang="en-US" sz="1568" dirty="0">
                <a:solidFill>
                  <a:srgbClr val="F4005F"/>
                </a:solidFill>
                <a:latin typeface="Menlo-Regular" charset="0"/>
              </a:rPr>
              <a:t>=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 {</a:t>
            </a:r>
          </a:p>
          <a:p>
            <a:r>
              <a:rPr lang="mr-IN" sz="1568" dirty="0">
                <a:solidFill>
                  <a:srgbClr val="000000"/>
                </a:solidFill>
                <a:latin typeface="Menlo-Regular" charset="0"/>
              </a:rPr>
              <a:t>    </a:t>
            </a:r>
            <a:r>
              <a:rPr lang="mr-IN" sz="1568" dirty="0" err="1">
                <a:solidFill>
                  <a:srgbClr val="000000"/>
                </a:solidFill>
                <a:latin typeface="Menlo-Regular" charset="0"/>
              </a:rPr>
              <a:t>title</a:t>
            </a:r>
            <a:r>
              <a:rPr lang="mr-IN" sz="1568" dirty="0">
                <a:solidFill>
                  <a:srgbClr val="000000"/>
                </a:solidFill>
                <a:latin typeface="Menlo-Regular" charset="0"/>
              </a:rPr>
              <a:t>: </a:t>
            </a:r>
            <a:r>
              <a:rPr lang="mr-IN" sz="1568" dirty="0">
                <a:solidFill>
                  <a:srgbClr val="EC4307"/>
                </a:solidFill>
                <a:latin typeface="Menlo-Regular" charset="0"/>
              </a:rPr>
              <a:t>"</a:t>
            </a:r>
            <a:r>
              <a:rPr lang="mr-IN" sz="1568" dirty="0" err="1">
                <a:solidFill>
                  <a:srgbClr val="EC4307"/>
                </a:solidFill>
                <a:latin typeface="Menlo-Regular" charset="0"/>
              </a:rPr>
              <a:t>Joe</a:t>
            </a:r>
            <a:r>
              <a:rPr lang="mr-IN" sz="1568" dirty="0">
                <a:solidFill>
                  <a:srgbClr val="EC4307"/>
                </a:solidFill>
                <a:latin typeface="Menlo-Regular" charset="0"/>
              </a:rPr>
              <a:t>"</a:t>
            </a:r>
            <a:r>
              <a:rPr lang="mr-IN" sz="1568" dirty="0">
                <a:solidFill>
                  <a:srgbClr val="000000"/>
                </a:solidFill>
                <a:latin typeface="Menlo-Regular" charset="0"/>
              </a:rPr>
              <a:t>,</a:t>
            </a:r>
          </a:p>
          <a:p>
            <a:r>
              <a:rPr lang="ro-RO" sz="1568" dirty="0">
                <a:solidFill>
                  <a:srgbClr val="000000"/>
                </a:solidFill>
                <a:latin typeface="Menlo-Regular" charset="0"/>
              </a:rPr>
              <a:t>    </a:t>
            </a:r>
            <a:r>
              <a:rPr lang="ro-RO" sz="1568" dirty="0">
                <a:solidFill>
                  <a:srgbClr val="5AA314"/>
                </a:solidFill>
                <a:latin typeface="Menlo-Regular" charset="0"/>
              </a:rPr>
              <a:t>calc</a:t>
            </a:r>
            <a:r>
              <a:rPr lang="ro-RO" sz="1568" dirty="0">
                <a:solidFill>
                  <a:srgbClr val="000000"/>
                </a:solidFill>
                <a:latin typeface="Menlo-Regular" charset="0"/>
              </a:rPr>
              <a:t>: </a:t>
            </a:r>
            <a:r>
              <a:rPr lang="ro-RO" sz="1568" i="1" dirty="0" err="1">
                <a:solidFill>
                  <a:srgbClr val="27BADD"/>
                </a:solidFill>
                <a:latin typeface="Menlo-Italic" charset="0"/>
              </a:rPr>
              <a:t>function</a:t>
            </a:r>
            <a:r>
              <a:rPr lang="ro-RO" sz="1568" dirty="0">
                <a:solidFill>
                  <a:srgbClr val="000000"/>
                </a:solidFill>
                <a:latin typeface="Menlo-Regular" charset="0"/>
              </a:rPr>
              <a:t> () {</a:t>
            </a:r>
          </a:p>
          <a:p>
            <a:r>
              <a:rPr lang="mr-IN" sz="1568" dirty="0">
                <a:solidFill>
                  <a:srgbClr val="000000"/>
                </a:solidFill>
                <a:latin typeface="Menlo-Regular" charset="0"/>
              </a:rPr>
              <a:t>        </a:t>
            </a:r>
            <a:r>
              <a:rPr lang="mr-IN" sz="1568" dirty="0" err="1">
                <a:solidFill>
                  <a:srgbClr val="F4005F"/>
                </a:solidFill>
                <a:latin typeface="Menlo-Regular" charset="0"/>
              </a:rPr>
              <a:t>return</a:t>
            </a:r>
            <a:r>
              <a:rPr lang="mr-IN" sz="1568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mr-IN" sz="1568" dirty="0">
                <a:solidFill>
                  <a:srgbClr val="9D65FF"/>
                </a:solidFill>
                <a:latin typeface="Menlo-Regular" charset="0"/>
              </a:rPr>
              <a:t>2</a:t>
            </a:r>
            <a:r>
              <a:rPr lang="mr-IN" sz="1568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mr-IN" sz="1568" dirty="0">
                <a:solidFill>
                  <a:srgbClr val="F4005F"/>
                </a:solidFill>
                <a:latin typeface="Menlo-Regular" charset="0"/>
              </a:rPr>
              <a:t>+</a:t>
            </a:r>
            <a:r>
              <a:rPr lang="mr-IN" sz="1568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mr-IN" sz="1568" dirty="0">
                <a:solidFill>
                  <a:srgbClr val="9D65FF"/>
                </a:solidFill>
                <a:latin typeface="Menlo-Regular" charset="0"/>
              </a:rPr>
              <a:t>4</a:t>
            </a:r>
            <a:r>
              <a:rPr lang="mr-IN" sz="1568" dirty="0">
                <a:solidFill>
                  <a:srgbClr val="000000"/>
                </a:solidFill>
                <a:latin typeface="Menlo-Regular" charset="0"/>
              </a:rPr>
              <a:t>;</a:t>
            </a:r>
          </a:p>
          <a:p>
            <a:r>
              <a:rPr lang="mr-IN" sz="1568" dirty="0">
                <a:solidFill>
                  <a:srgbClr val="000000"/>
                </a:solidFill>
                <a:latin typeface="Menlo-Regular" charset="0"/>
              </a:rPr>
              <a:t>    }</a:t>
            </a:r>
          </a:p>
          <a:p>
            <a:r>
              <a:rPr lang="mr-IN" sz="1568" dirty="0">
                <a:solidFill>
                  <a:srgbClr val="000000"/>
                </a:solidFill>
                <a:latin typeface="Menlo-Regular" charset="0"/>
              </a:rPr>
              <a:t>};</a:t>
            </a:r>
          </a:p>
          <a:p>
            <a:endParaRPr lang="mr-IN" sz="1568" dirty="0">
              <a:solidFill>
                <a:srgbClr val="000000"/>
              </a:solidFill>
              <a:latin typeface="Menlo-Regular" charset="0"/>
            </a:endParaRPr>
          </a:p>
          <a:p>
            <a:r>
              <a:rPr lang="en-US" sz="1568" i="1" dirty="0" err="1">
                <a:solidFill>
                  <a:srgbClr val="27BADD"/>
                </a:solidFill>
                <a:latin typeface="Menlo-Italic" charset="0"/>
              </a:rPr>
              <a:t>var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 output </a:t>
            </a:r>
            <a:r>
              <a:rPr lang="en-US" sz="1568" dirty="0">
                <a:solidFill>
                  <a:srgbClr val="F4005F"/>
                </a:solidFill>
                <a:latin typeface="Menlo-Regular" charset="0"/>
              </a:rPr>
              <a:t>=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568" dirty="0" err="1">
                <a:solidFill>
                  <a:srgbClr val="000000"/>
                </a:solidFill>
                <a:latin typeface="Menlo-Regular" charset="0"/>
              </a:rPr>
              <a:t>Mustache.</a:t>
            </a:r>
            <a:r>
              <a:rPr lang="en-US" sz="1568" dirty="0" err="1">
                <a:solidFill>
                  <a:srgbClr val="5AA314"/>
                </a:solidFill>
                <a:latin typeface="Menlo-Regular" charset="0"/>
              </a:rPr>
              <a:t>render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(</a:t>
            </a:r>
            <a:r>
              <a:rPr lang="en-US" sz="1568" dirty="0">
                <a:solidFill>
                  <a:srgbClr val="EC4307"/>
                </a:solidFill>
                <a:latin typeface="Menlo-Regular" charset="0"/>
              </a:rPr>
              <a:t>"{{title}} spends {{</a:t>
            </a:r>
            <a:r>
              <a:rPr lang="en-US" sz="1568" dirty="0" err="1">
                <a:solidFill>
                  <a:srgbClr val="EC4307"/>
                </a:solidFill>
                <a:latin typeface="Menlo-Regular" charset="0"/>
              </a:rPr>
              <a:t>calc</a:t>
            </a:r>
            <a:r>
              <a:rPr lang="en-US" sz="1568" dirty="0">
                <a:solidFill>
                  <a:srgbClr val="EC4307"/>
                </a:solidFill>
                <a:latin typeface="Menlo-Regular" charset="0"/>
              </a:rPr>
              <a:t>}}"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, view);</a:t>
            </a:r>
          </a:p>
          <a:p>
            <a:endParaRPr lang="en-US" sz="1568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0219" y="3421068"/>
            <a:ext cx="4401781" cy="3413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79637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Event handling?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sz="1568" i="1" dirty="0" err="1">
                <a:solidFill>
                  <a:srgbClr val="27BADD"/>
                </a:solidFill>
                <a:latin typeface="Menlo-Italic" charset="0"/>
              </a:rPr>
              <a:t>var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568" dirty="0" err="1">
                <a:solidFill>
                  <a:srgbClr val="5AA314"/>
                </a:solidFill>
                <a:latin typeface="Menlo-Regular" charset="0"/>
              </a:rPr>
              <a:t>addClickHandlerToSelectPages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568" dirty="0">
                <a:solidFill>
                  <a:srgbClr val="F4005F"/>
                </a:solidFill>
                <a:latin typeface="Menlo-Regular" charset="0"/>
              </a:rPr>
              <a:t>=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568" i="1" dirty="0">
                <a:solidFill>
                  <a:srgbClr val="27BADD"/>
                </a:solidFill>
                <a:latin typeface="Menlo-Italic" charset="0"/>
              </a:rPr>
              <a:t>function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 () {</a:t>
            </a:r>
          </a:p>
          <a:p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    </a:t>
            </a:r>
            <a:r>
              <a:rPr lang="en-US" sz="1568" dirty="0" err="1">
                <a:solidFill>
                  <a:srgbClr val="000000"/>
                </a:solidFill>
                <a:latin typeface="Menlo-Regular" charset="0"/>
              </a:rPr>
              <a:t>draftPageItem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568" dirty="0">
                <a:solidFill>
                  <a:srgbClr val="F4005F"/>
                </a:solidFill>
                <a:latin typeface="Menlo-Regular" charset="0"/>
              </a:rPr>
              <a:t>=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568" dirty="0" err="1">
                <a:solidFill>
                  <a:srgbClr val="000000"/>
                </a:solidFill>
                <a:latin typeface="Menlo-Regular" charset="0"/>
              </a:rPr>
              <a:t>document.</a:t>
            </a:r>
            <a:r>
              <a:rPr lang="en-US" sz="1568" dirty="0" err="1">
                <a:solidFill>
                  <a:srgbClr val="27BADD"/>
                </a:solidFill>
                <a:latin typeface="Menlo-Regular" charset="0"/>
              </a:rPr>
              <a:t>getElementsByClassName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(</a:t>
            </a:r>
            <a:r>
              <a:rPr lang="en-US" sz="1568" dirty="0">
                <a:solidFill>
                  <a:srgbClr val="EC4307"/>
                </a:solidFill>
                <a:latin typeface="Menlo-Regular" charset="0"/>
              </a:rPr>
              <a:t>'draft-page-litem'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),</a:t>
            </a:r>
          </a:p>
          <a:p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    </a:t>
            </a:r>
            <a:r>
              <a:rPr lang="en-US" sz="1568" dirty="0" err="1">
                <a:solidFill>
                  <a:srgbClr val="000000"/>
                </a:solidFill>
                <a:latin typeface="Menlo-Regular" charset="0"/>
              </a:rPr>
              <a:t>publishedPageItem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568" dirty="0">
                <a:solidFill>
                  <a:srgbClr val="F4005F"/>
                </a:solidFill>
                <a:latin typeface="Menlo-Regular" charset="0"/>
              </a:rPr>
              <a:t>=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568" dirty="0" err="1">
                <a:solidFill>
                  <a:srgbClr val="000000"/>
                </a:solidFill>
                <a:latin typeface="Menlo-Regular" charset="0"/>
              </a:rPr>
              <a:t>document.</a:t>
            </a:r>
            <a:r>
              <a:rPr lang="en-US" sz="1568" dirty="0" err="1">
                <a:solidFill>
                  <a:srgbClr val="27BADD"/>
                </a:solidFill>
                <a:latin typeface="Menlo-Regular" charset="0"/>
              </a:rPr>
              <a:t>getElementsByClassName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(</a:t>
            </a:r>
            <a:r>
              <a:rPr lang="en-US" sz="1568" dirty="0">
                <a:solidFill>
                  <a:srgbClr val="EC4307"/>
                </a:solidFill>
                <a:latin typeface="Menlo-Regular" charset="0"/>
              </a:rPr>
              <a:t>'published-page-litem'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);</a:t>
            </a:r>
          </a:p>
          <a:p>
            <a:endParaRPr lang="en-US" sz="1568" dirty="0">
              <a:solidFill>
                <a:srgbClr val="000000"/>
              </a:solidFill>
              <a:latin typeface="Menlo-Regular" charset="0"/>
            </a:endParaRPr>
          </a:p>
          <a:p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    </a:t>
            </a:r>
            <a:r>
              <a:rPr lang="en-US" sz="1568" dirty="0">
                <a:solidFill>
                  <a:srgbClr val="5AA314"/>
                </a:solidFill>
                <a:latin typeface="Menlo-Regular" charset="0"/>
              </a:rPr>
              <a:t>$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(</a:t>
            </a:r>
            <a:r>
              <a:rPr lang="en-US" sz="1568" dirty="0" err="1">
                <a:solidFill>
                  <a:srgbClr val="000000"/>
                </a:solidFill>
                <a:latin typeface="Menlo-Regular" charset="0"/>
              </a:rPr>
              <a:t>draftPageItem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).</a:t>
            </a:r>
            <a:r>
              <a:rPr lang="en-US" sz="1568" dirty="0">
                <a:solidFill>
                  <a:srgbClr val="27BADD"/>
                </a:solidFill>
                <a:latin typeface="Menlo-Regular" charset="0"/>
              </a:rPr>
              <a:t>add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(</a:t>
            </a:r>
            <a:r>
              <a:rPr lang="en-US" sz="1568" dirty="0">
                <a:solidFill>
                  <a:srgbClr val="5AA314"/>
                </a:solidFill>
                <a:latin typeface="Menlo-Regular" charset="0"/>
              </a:rPr>
              <a:t>$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(</a:t>
            </a:r>
            <a:r>
              <a:rPr lang="en-US" sz="1568" dirty="0" err="1">
                <a:solidFill>
                  <a:srgbClr val="000000"/>
                </a:solidFill>
                <a:latin typeface="Menlo-Regular" charset="0"/>
              </a:rPr>
              <a:t>publishedPageItem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)).</a:t>
            </a:r>
            <a:r>
              <a:rPr lang="en-US" sz="1568" dirty="0">
                <a:solidFill>
                  <a:srgbClr val="5AA314"/>
                </a:solidFill>
                <a:latin typeface="Menlo-Regular" charset="0"/>
              </a:rPr>
              <a:t>on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(</a:t>
            </a:r>
            <a:r>
              <a:rPr lang="en-US" sz="1568" dirty="0">
                <a:solidFill>
                  <a:srgbClr val="EC4307"/>
                </a:solidFill>
                <a:latin typeface="Menlo-Regular" charset="0"/>
              </a:rPr>
              <a:t>'click'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, </a:t>
            </a:r>
            <a:r>
              <a:rPr lang="en-US" sz="1568" i="1" dirty="0">
                <a:solidFill>
                  <a:srgbClr val="27BADD"/>
                </a:solidFill>
                <a:latin typeface="Menlo-Italic" charset="0"/>
              </a:rPr>
              <a:t>function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 (</a:t>
            </a:r>
            <a:r>
              <a:rPr lang="en-US" sz="1568" i="1" dirty="0">
                <a:solidFill>
                  <a:srgbClr val="FA8419"/>
                </a:solidFill>
                <a:latin typeface="Menlo-Italic" charset="0"/>
              </a:rPr>
              <a:t>e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) {</a:t>
            </a:r>
          </a:p>
          <a:p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        </a:t>
            </a:r>
            <a:r>
              <a:rPr lang="en-US" sz="1568" dirty="0" err="1">
                <a:solidFill>
                  <a:srgbClr val="000000"/>
                </a:solidFill>
                <a:latin typeface="Menlo-Regular" charset="0"/>
              </a:rPr>
              <a:t>e.</a:t>
            </a:r>
            <a:r>
              <a:rPr lang="en-US" sz="1568" dirty="0" err="1">
                <a:solidFill>
                  <a:srgbClr val="27BADD"/>
                </a:solidFill>
                <a:latin typeface="Menlo-Regular" charset="0"/>
              </a:rPr>
              <a:t>preventDefault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();</a:t>
            </a:r>
          </a:p>
          <a:p>
            <a:endParaRPr lang="en-US" sz="1568" dirty="0">
              <a:solidFill>
                <a:srgbClr val="000000"/>
              </a:solidFill>
              <a:latin typeface="Menlo-Regular" charset="0"/>
            </a:endParaRPr>
          </a:p>
          <a:p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        </a:t>
            </a:r>
            <a:r>
              <a:rPr lang="en-US" sz="1568" dirty="0" err="1">
                <a:solidFill>
                  <a:srgbClr val="000000"/>
                </a:solidFill>
                <a:latin typeface="Menlo-Regular" charset="0"/>
              </a:rPr>
              <a:t>selectedPageId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568" dirty="0">
                <a:solidFill>
                  <a:srgbClr val="F4005F"/>
                </a:solidFill>
                <a:latin typeface="Menlo-Regular" charset="0"/>
              </a:rPr>
              <a:t>=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568" dirty="0" err="1">
                <a:solidFill>
                  <a:srgbClr val="000000"/>
                </a:solidFill>
                <a:latin typeface="Menlo-Regular" charset="0"/>
              </a:rPr>
              <a:t>this.</a:t>
            </a:r>
            <a:r>
              <a:rPr lang="en-US" sz="1568" dirty="0" err="1">
                <a:solidFill>
                  <a:srgbClr val="27BADD"/>
                </a:solidFill>
                <a:latin typeface="Menlo-Regular" charset="0"/>
              </a:rPr>
              <a:t>getAttribute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(</a:t>
            </a:r>
            <a:r>
              <a:rPr lang="en-US" sz="1568" dirty="0">
                <a:solidFill>
                  <a:srgbClr val="EC4307"/>
                </a:solidFill>
                <a:latin typeface="Menlo-Regular" charset="0"/>
              </a:rPr>
              <a:t>'data-</a:t>
            </a:r>
            <a:r>
              <a:rPr lang="en-US" sz="1568" dirty="0" err="1">
                <a:solidFill>
                  <a:srgbClr val="EC4307"/>
                </a:solidFill>
                <a:latin typeface="Menlo-Regular" charset="0"/>
              </a:rPr>
              <a:t>pageid</a:t>
            </a:r>
            <a:r>
              <a:rPr lang="en-US" sz="1568" dirty="0">
                <a:solidFill>
                  <a:srgbClr val="EC4307"/>
                </a:solidFill>
                <a:latin typeface="Menlo-Regular" charset="0"/>
              </a:rPr>
              <a:t>'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);</a:t>
            </a:r>
          </a:p>
          <a:p>
            <a:endParaRPr lang="en-US" sz="1568" dirty="0">
              <a:solidFill>
                <a:srgbClr val="000000"/>
              </a:solidFill>
              <a:latin typeface="Menlo-Regular" charset="0"/>
            </a:endParaRPr>
          </a:p>
          <a:p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        </a:t>
            </a:r>
            <a:r>
              <a:rPr lang="en-US" sz="1568" dirty="0" err="1">
                <a:solidFill>
                  <a:srgbClr val="000000"/>
                </a:solidFill>
                <a:latin typeface="Menlo-Regular" charset="0"/>
              </a:rPr>
              <a:t>history.</a:t>
            </a:r>
            <a:r>
              <a:rPr lang="en-US" sz="1568" dirty="0" err="1">
                <a:solidFill>
                  <a:srgbClr val="5AA314"/>
                </a:solidFill>
                <a:latin typeface="Menlo-Regular" charset="0"/>
              </a:rPr>
              <a:t>pushState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({ </a:t>
            </a:r>
            <a:r>
              <a:rPr lang="en-US" sz="1568" dirty="0" err="1">
                <a:solidFill>
                  <a:srgbClr val="000000"/>
                </a:solidFill>
                <a:latin typeface="Menlo-Regular" charset="0"/>
              </a:rPr>
              <a:t>selectedPage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: </a:t>
            </a:r>
            <a:r>
              <a:rPr lang="en-US" sz="1568" dirty="0" err="1">
                <a:solidFill>
                  <a:srgbClr val="000000"/>
                </a:solidFill>
                <a:latin typeface="Menlo-Regular" charset="0"/>
              </a:rPr>
              <a:t>selectedPageId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 }, </a:t>
            </a:r>
            <a:r>
              <a:rPr lang="en-US" sz="1568" dirty="0">
                <a:solidFill>
                  <a:srgbClr val="EC4307"/>
                </a:solidFill>
                <a:latin typeface="Menlo-Regular" charset="0"/>
              </a:rPr>
              <a:t>'page '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568" dirty="0">
                <a:solidFill>
                  <a:srgbClr val="F4005F"/>
                </a:solidFill>
                <a:latin typeface="Menlo-Regular" charset="0"/>
              </a:rPr>
              <a:t>+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568" dirty="0" err="1">
                <a:solidFill>
                  <a:srgbClr val="000000"/>
                </a:solidFill>
                <a:latin typeface="Menlo-Regular" charset="0"/>
              </a:rPr>
              <a:t>selectedPageId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, </a:t>
            </a:r>
            <a:r>
              <a:rPr lang="en-US" sz="1568" dirty="0">
                <a:solidFill>
                  <a:srgbClr val="EC4307"/>
                </a:solidFill>
                <a:latin typeface="Menlo-Regular" charset="0"/>
              </a:rPr>
              <a:t>'?</a:t>
            </a:r>
            <a:r>
              <a:rPr lang="en-US" sz="1568" dirty="0" err="1">
                <a:solidFill>
                  <a:srgbClr val="EC4307"/>
                </a:solidFill>
                <a:latin typeface="Menlo-Regular" charset="0"/>
              </a:rPr>
              <a:t>selectedPage</a:t>
            </a:r>
            <a:r>
              <a:rPr lang="en-US" sz="1568" dirty="0">
                <a:solidFill>
                  <a:srgbClr val="EC4307"/>
                </a:solidFill>
                <a:latin typeface="Menlo-Regular" charset="0"/>
              </a:rPr>
              <a:t>='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568" dirty="0">
                <a:solidFill>
                  <a:srgbClr val="F4005F"/>
                </a:solidFill>
                <a:latin typeface="Menlo-Regular" charset="0"/>
              </a:rPr>
              <a:t>+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568" dirty="0" err="1">
                <a:solidFill>
                  <a:srgbClr val="000000"/>
                </a:solidFill>
                <a:latin typeface="Menlo-Regular" charset="0"/>
              </a:rPr>
              <a:t>selectedPageId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)</a:t>
            </a:r>
          </a:p>
          <a:p>
            <a:endParaRPr lang="en-US" sz="1568" dirty="0">
              <a:solidFill>
                <a:srgbClr val="000000"/>
              </a:solidFill>
              <a:latin typeface="Menlo-Regular" charset="0"/>
            </a:endParaRPr>
          </a:p>
          <a:p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        </a:t>
            </a:r>
            <a:r>
              <a:rPr lang="en-US" sz="1568" dirty="0" err="1">
                <a:solidFill>
                  <a:srgbClr val="5AA314"/>
                </a:solidFill>
                <a:latin typeface="Menlo-Regular" charset="0"/>
              </a:rPr>
              <a:t>selectPage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(</a:t>
            </a:r>
            <a:r>
              <a:rPr lang="en-US" sz="1568" dirty="0" err="1">
                <a:solidFill>
                  <a:srgbClr val="000000"/>
                </a:solidFill>
                <a:latin typeface="Menlo-Regular" charset="0"/>
              </a:rPr>
              <a:t>selectedPageId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)</a:t>
            </a:r>
          </a:p>
          <a:p>
            <a:r>
              <a:rPr lang="mr-IN" sz="1568" dirty="0">
                <a:solidFill>
                  <a:srgbClr val="000000"/>
                </a:solidFill>
                <a:latin typeface="Menlo-Regular" charset="0"/>
              </a:rPr>
              <a:t>    });</a:t>
            </a:r>
          </a:p>
          <a:p>
            <a:r>
              <a:rPr lang="mr-IN" sz="1568" dirty="0">
                <a:solidFill>
                  <a:srgbClr val="000000"/>
                </a:solidFill>
                <a:latin typeface="Menlo-Regular" charset="0"/>
              </a:rPr>
              <a:t>}</a:t>
            </a:r>
          </a:p>
          <a:p>
            <a:endParaRPr lang="mr-IN" sz="1568" dirty="0">
              <a:solidFill>
                <a:srgbClr val="000000"/>
              </a:solidFill>
              <a:latin typeface="Menlo-Regular" charset="0"/>
            </a:endParaRPr>
          </a:p>
          <a:p>
            <a:endParaRPr lang="mr-IN" sz="1568" dirty="0">
              <a:solidFill>
                <a:srgbClr val="000000"/>
              </a:solidFill>
              <a:latin typeface="Menlo-Regular" charset="0"/>
            </a:endParaRPr>
          </a:p>
          <a:p>
            <a:endParaRPr lang="en-US" sz="1568" dirty="0"/>
          </a:p>
        </p:txBody>
      </p:sp>
    </p:spTree>
    <p:extLst>
      <p:ext uri="{BB962C8B-B14F-4D97-AF65-F5344CB8AC3E}">
        <p14:creationId xmlns:p14="http://schemas.microsoft.com/office/powerpoint/2010/main" val="168842541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UI updates?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sz="1568" i="1" dirty="0" err="1">
                <a:solidFill>
                  <a:schemeClr val="bg2"/>
                </a:solidFill>
                <a:latin typeface="Menlo-Italic" charset="0"/>
              </a:rPr>
              <a:t>var</a:t>
            </a:r>
            <a:r>
              <a:rPr lang="en-US" sz="1568" dirty="0">
                <a:solidFill>
                  <a:schemeClr val="bg2"/>
                </a:solidFill>
                <a:latin typeface="Menlo-Regular" charset="0"/>
              </a:rPr>
              <a:t> </a:t>
            </a:r>
            <a:r>
              <a:rPr lang="en-US" sz="1568" dirty="0" err="1">
                <a:solidFill>
                  <a:schemeClr val="bg2"/>
                </a:solidFill>
                <a:latin typeface="Menlo-Regular" charset="0"/>
              </a:rPr>
              <a:t>addClickHandlerToSelectPages</a:t>
            </a:r>
            <a:r>
              <a:rPr lang="en-US" sz="1568" dirty="0">
                <a:solidFill>
                  <a:schemeClr val="bg2"/>
                </a:solidFill>
                <a:latin typeface="Menlo-Regular" charset="0"/>
              </a:rPr>
              <a:t> = </a:t>
            </a:r>
            <a:r>
              <a:rPr lang="en-US" sz="1568" i="1" dirty="0">
                <a:solidFill>
                  <a:schemeClr val="bg2"/>
                </a:solidFill>
                <a:latin typeface="Menlo-Italic" charset="0"/>
              </a:rPr>
              <a:t>function</a:t>
            </a:r>
            <a:r>
              <a:rPr lang="en-US" sz="1568" dirty="0">
                <a:solidFill>
                  <a:schemeClr val="bg2"/>
                </a:solidFill>
                <a:latin typeface="Menlo-Regular" charset="0"/>
              </a:rPr>
              <a:t> () {</a:t>
            </a:r>
          </a:p>
          <a:p>
            <a:r>
              <a:rPr lang="en-US" sz="1568" dirty="0">
                <a:solidFill>
                  <a:schemeClr val="bg2"/>
                </a:solidFill>
                <a:latin typeface="Menlo-Regular" charset="0"/>
              </a:rPr>
              <a:t>    </a:t>
            </a:r>
            <a:r>
              <a:rPr lang="en-US" sz="1568" dirty="0" err="1">
                <a:solidFill>
                  <a:schemeClr val="bg2"/>
                </a:solidFill>
                <a:latin typeface="Menlo-Regular" charset="0"/>
              </a:rPr>
              <a:t>draftPageItem</a:t>
            </a:r>
            <a:r>
              <a:rPr lang="en-US" sz="1568" dirty="0">
                <a:solidFill>
                  <a:schemeClr val="bg2"/>
                </a:solidFill>
                <a:latin typeface="Menlo-Regular" charset="0"/>
              </a:rPr>
              <a:t> = </a:t>
            </a:r>
            <a:r>
              <a:rPr lang="en-US" sz="1568" dirty="0" err="1">
                <a:solidFill>
                  <a:srgbClr val="000000"/>
                </a:solidFill>
                <a:latin typeface="Menlo-Regular" charset="0"/>
              </a:rPr>
              <a:t>document.</a:t>
            </a:r>
            <a:r>
              <a:rPr lang="en-US" sz="1568" dirty="0" err="1">
                <a:solidFill>
                  <a:srgbClr val="27BADD"/>
                </a:solidFill>
                <a:latin typeface="Menlo-Regular" charset="0"/>
              </a:rPr>
              <a:t>getElementsByClassName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(</a:t>
            </a:r>
            <a:r>
              <a:rPr lang="en-US" sz="1568" dirty="0">
                <a:solidFill>
                  <a:srgbClr val="EC4307"/>
                </a:solidFill>
                <a:latin typeface="Menlo-Regular" charset="0"/>
              </a:rPr>
              <a:t>'draft-page-litem'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),</a:t>
            </a:r>
          </a:p>
          <a:p>
            <a:r>
              <a:rPr lang="en-US" sz="1568" dirty="0">
                <a:solidFill>
                  <a:schemeClr val="bg2"/>
                </a:solidFill>
                <a:latin typeface="Menlo-Regular" charset="0"/>
              </a:rPr>
              <a:t>    </a:t>
            </a:r>
            <a:r>
              <a:rPr lang="en-US" sz="1568" dirty="0" err="1">
                <a:solidFill>
                  <a:schemeClr val="bg2"/>
                </a:solidFill>
                <a:latin typeface="Menlo-Regular" charset="0"/>
              </a:rPr>
              <a:t>publishedPageItem</a:t>
            </a:r>
            <a:r>
              <a:rPr lang="en-US" sz="1568" dirty="0">
                <a:solidFill>
                  <a:schemeClr val="bg2"/>
                </a:solidFill>
                <a:latin typeface="Menlo-Regular" charset="0"/>
              </a:rPr>
              <a:t> =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568" dirty="0" err="1">
                <a:solidFill>
                  <a:srgbClr val="000000"/>
                </a:solidFill>
                <a:latin typeface="Menlo-Regular" charset="0"/>
              </a:rPr>
              <a:t>document.</a:t>
            </a:r>
            <a:r>
              <a:rPr lang="en-US" sz="1568" dirty="0" err="1">
                <a:solidFill>
                  <a:srgbClr val="27BADD"/>
                </a:solidFill>
                <a:latin typeface="Menlo-Regular" charset="0"/>
              </a:rPr>
              <a:t>getElementsByClassName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(</a:t>
            </a:r>
            <a:r>
              <a:rPr lang="en-US" sz="1568" dirty="0">
                <a:solidFill>
                  <a:srgbClr val="EC4307"/>
                </a:solidFill>
                <a:latin typeface="Menlo-Regular" charset="0"/>
              </a:rPr>
              <a:t>'published-page-litem'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);</a:t>
            </a:r>
          </a:p>
          <a:p>
            <a:endParaRPr lang="en-US" sz="1568" dirty="0">
              <a:solidFill>
                <a:srgbClr val="000000"/>
              </a:solidFill>
              <a:latin typeface="Menlo-Regular" charset="0"/>
            </a:endParaRPr>
          </a:p>
          <a:p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    </a:t>
            </a:r>
            <a:r>
              <a:rPr lang="en-US" sz="1568" dirty="0">
                <a:solidFill>
                  <a:srgbClr val="5AA314"/>
                </a:solidFill>
                <a:latin typeface="Menlo-Regular" charset="0"/>
              </a:rPr>
              <a:t>$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(</a:t>
            </a:r>
            <a:r>
              <a:rPr lang="en-US" sz="1568" dirty="0" err="1">
                <a:solidFill>
                  <a:schemeClr val="bg2"/>
                </a:solidFill>
                <a:latin typeface="Menlo-Regular" charset="0"/>
              </a:rPr>
              <a:t>draftPageItem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).</a:t>
            </a:r>
            <a:r>
              <a:rPr lang="en-US" sz="1568" dirty="0">
                <a:solidFill>
                  <a:srgbClr val="27BADD"/>
                </a:solidFill>
                <a:latin typeface="Menlo-Regular" charset="0"/>
              </a:rPr>
              <a:t>add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(</a:t>
            </a:r>
            <a:r>
              <a:rPr lang="en-US" sz="1568" dirty="0">
                <a:solidFill>
                  <a:srgbClr val="5AA314"/>
                </a:solidFill>
                <a:latin typeface="Menlo-Regular" charset="0"/>
              </a:rPr>
              <a:t>$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(</a:t>
            </a:r>
            <a:r>
              <a:rPr lang="en-US" sz="1568" dirty="0" err="1">
                <a:solidFill>
                  <a:schemeClr val="bg2"/>
                </a:solidFill>
                <a:latin typeface="Menlo-Regular" charset="0"/>
              </a:rPr>
              <a:t>publishedPageItem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)).</a:t>
            </a:r>
            <a:r>
              <a:rPr lang="en-US" sz="1568" dirty="0">
                <a:solidFill>
                  <a:srgbClr val="5AA314"/>
                </a:solidFill>
                <a:latin typeface="Menlo-Regular" charset="0"/>
              </a:rPr>
              <a:t>on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(</a:t>
            </a:r>
            <a:r>
              <a:rPr lang="en-US" sz="1568" dirty="0">
                <a:solidFill>
                  <a:srgbClr val="EC4307"/>
                </a:solidFill>
                <a:latin typeface="Menlo-Regular" charset="0"/>
              </a:rPr>
              <a:t>'click'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, </a:t>
            </a:r>
            <a:r>
              <a:rPr lang="en-US" sz="1568" i="1" dirty="0">
                <a:solidFill>
                  <a:srgbClr val="27BADD"/>
                </a:solidFill>
                <a:latin typeface="Menlo-Italic" charset="0"/>
              </a:rPr>
              <a:t>function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 (</a:t>
            </a:r>
            <a:r>
              <a:rPr lang="en-US" sz="1568" i="1" dirty="0">
                <a:solidFill>
                  <a:srgbClr val="FA8419"/>
                </a:solidFill>
                <a:latin typeface="Menlo-Italic" charset="0"/>
              </a:rPr>
              <a:t>e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) {</a:t>
            </a:r>
          </a:p>
          <a:p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        </a:t>
            </a:r>
            <a:r>
              <a:rPr lang="en-US" sz="1568" dirty="0" err="1">
                <a:solidFill>
                  <a:schemeClr val="bg2"/>
                </a:solidFill>
                <a:latin typeface="Menlo-Regular" charset="0"/>
              </a:rPr>
              <a:t>e.preventDefault</a:t>
            </a:r>
            <a:r>
              <a:rPr lang="en-US" sz="1568" dirty="0">
                <a:solidFill>
                  <a:schemeClr val="bg2"/>
                </a:solidFill>
                <a:latin typeface="Menlo-Regular" charset="0"/>
              </a:rPr>
              <a:t>();</a:t>
            </a:r>
          </a:p>
          <a:p>
            <a:endParaRPr lang="en-US" sz="1568" dirty="0">
              <a:solidFill>
                <a:srgbClr val="000000"/>
              </a:solidFill>
              <a:latin typeface="Menlo-Regular" charset="0"/>
            </a:endParaRPr>
          </a:p>
          <a:p>
            <a:r>
              <a:rPr lang="en-US" sz="1568" dirty="0">
                <a:solidFill>
                  <a:schemeClr val="bg2"/>
                </a:solidFill>
                <a:latin typeface="Menlo-Regular" charset="0"/>
              </a:rPr>
              <a:t>        </a:t>
            </a:r>
            <a:r>
              <a:rPr lang="en-US" sz="1568" dirty="0" err="1">
                <a:solidFill>
                  <a:schemeClr val="bg2"/>
                </a:solidFill>
                <a:latin typeface="Menlo-Regular" charset="0"/>
              </a:rPr>
              <a:t>selectedPageId</a:t>
            </a:r>
            <a:r>
              <a:rPr lang="en-US" sz="1568" dirty="0">
                <a:solidFill>
                  <a:schemeClr val="bg2"/>
                </a:solidFill>
                <a:latin typeface="Menlo-Regular" charset="0"/>
              </a:rPr>
              <a:t> = </a:t>
            </a:r>
            <a:r>
              <a:rPr lang="en-US" sz="1568" dirty="0" err="1">
                <a:solidFill>
                  <a:srgbClr val="000000"/>
                </a:solidFill>
                <a:latin typeface="Menlo-Regular" charset="0"/>
              </a:rPr>
              <a:t>this.</a:t>
            </a:r>
            <a:r>
              <a:rPr lang="en-US" sz="1568" dirty="0" err="1">
                <a:solidFill>
                  <a:srgbClr val="27BADD"/>
                </a:solidFill>
                <a:latin typeface="Menlo-Regular" charset="0"/>
              </a:rPr>
              <a:t>getAttribute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(</a:t>
            </a:r>
            <a:r>
              <a:rPr lang="en-US" sz="1568" dirty="0">
                <a:solidFill>
                  <a:srgbClr val="EC4307"/>
                </a:solidFill>
                <a:latin typeface="Menlo-Regular" charset="0"/>
              </a:rPr>
              <a:t>'data-</a:t>
            </a:r>
            <a:r>
              <a:rPr lang="en-US" sz="1568" dirty="0" err="1">
                <a:solidFill>
                  <a:srgbClr val="EC4307"/>
                </a:solidFill>
                <a:latin typeface="Menlo-Regular" charset="0"/>
              </a:rPr>
              <a:t>pageid</a:t>
            </a:r>
            <a:r>
              <a:rPr lang="en-US" sz="1568" dirty="0">
                <a:solidFill>
                  <a:srgbClr val="EC4307"/>
                </a:solidFill>
                <a:latin typeface="Menlo-Regular" charset="0"/>
              </a:rPr>
              <a:t>'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);</a:t>
            </a:r>
          </a:p>
          <a:p>
            <a:endParaRPr lang="en-US" sz="1568" dirty="0">
              <a:solidFill>
                <a:srgbClr val="000000"/>
              </a:solidFill>
              <a:latin typeface="Menlo-Regular" charset="0"/>
            </a:endParaRPr>
          </a:p>
          <a:p>
            <a:r>
              <a:rPr lang="en-US" sz="1568" dirty="0">
                <a:solidFill>
                  <a:schemeClr val="bg2"/>
                </a:solidFill>
                <a:latin typeface="Menlo-Regular" charset="0"/>
              </a:rPr>
              <a:t>        </a:t>
            </a:r>
            <a:r>
              <a:rPr lang="en-US" sz="1568" dirty="0" err="1">
                <a:solidFill>
                  <a:schemeClr val="bg2"/>
                </a:solidFill>
                <a:latin typeface="Menlo-Regular" charset="0"/>
              </a:rPr>
              <a:t>history.pushState</a:t>
            </a:r>
            <a:r>
              <a:rPr lang="en-US" sz="1568" dirty="0">
                <a:solidFill>
                  <a:schemeClr val="bg2"/>
                </a:solidFill>
                <a:latin typeface="Menlo-Regular" charset="0"/>
              </a:rPr>
              <a:t>({ </a:t>
            </a:r>
            <a:r>
              <a:rPr lang="en-US" sz="1568" dirty="0" err="1">
                <a:solidFill>
                  <a:schemeClr val="bg2"/>
                </a:solidFill>
                <a:latin typeface="Menlo-Regular" charset="0"/>
              </a:rPr>
              <a:t>selectedPage</a:t>
            </a:r>
            <a:r>
              <a:rPr lang="en-US" sz="1568" dirty="0">
                <a:solidFill>
                  <a:schemeClr val="bg2"/>
                </a:solidFill>
                <a:latin typeface="Menlo-Regular" charset="0"/>
              </a:rPr>
              <a:t>: </a:t>
            </a:r>
            <a:r>
              <a:rPr lang="en-US" sz="1568" dirty="0" err="1">
                <a:solidFill>
                  <a:schemeClr val="bg2"/>
                </a:solidFill>
                <a:latin typeface="Menlo-Regular" charset="0"/>
              </a:rPr>
              <a:t>selectedPageId</a:t>
            </a:r>
            <a:r>
              <a:rPr lang="en-US" sz="1568" dirty="0">
                <a:solidFill>
                  <a:schemeClr val="bg2"/>
                </a:solidFill>
                <a:latin typeface="Menlo-Regular" charset="0"/>
              </a:rPr>
              <a:t> }, 'page ' + </a:t>
            </a:r>
            <a:r>
              <a:rPr lang="en-US" sz="1568" dirty="0" err="1">
                <a:solidFill>
                  <a:schemeClr val="bg2"/>
                </a:solidFill>
                <a:latin typeface="Menlo-Regular" charset="0"/>
              </a:rPr>
              <a:t>selectedPageId</a:t>
            </a:r>
            <a:r>
              <a:rPr lang="en-US" sz="1568" dirty="0">
                <a:solidFill>
                  <a:schemeClr val="bg2"/>
                </a:solidFill>
                <a:latin typeface="Menlo-Regular" charset="0"/>
              </a:rPr>
              <a:t>, '?</a:t>
            </a:r>
            <a:r>
              <a:rPr lang="en-US" sz="1568" dirty="0" err="1">
                <a:solidFill>
                  <a:schemeClr val="bg2"/>
                </a:solidFill>
                <a:latin typeface="Menlo-Regular" charset="0"/>
              </a:rPr>
              <a:t>selectedPage</a:t>
            </a:r>
            <a:r>
              <a:rPr lang="en-US" sz="1568" dirty="0">
                <a:solidFill>
                  <a:schemeClr val="bg2"/>
                </a:solidFill>
                <a:latin typeface="Menlo-Regular" charset="0"/>
              </a:rPr>
              <a:t>=' + </a:t>
            </a:r>
            <a:r>
              <a:rPr lang="en-US" sz="1568" dirty="0" err="1">
                <a:solidFill>
                  <a:schemeClr val="bg2"/>
                </a:solidFill>
                <a:latin typeface="Menlo-Regular" charset="0"/>
              </a:rPr>
              <a:t>selectedPageId</a:t>
            </a:r>
            <a:r>
              <a:rPr lang="en-US" sz="1568" dirty="0">
                <a:solidFill>
                  <a:schemeClr val="bg2"/>
                </a:solidFill>
                <a:latin typeface="Menlo-Regular" charset="0"/>
              </a:rPr>
              <a:t>)</a:t>
            </a:r>
          </a:p>
          <a:p>
            <a:endParaRPr lang="en-US" sz="1568" dirty="0">
              <a:solidFill>
                <a:schemeClr val="bg2"/>
              </a:solidFill>
              <a:latin typeface="Menlo-Regular" charset="0"/>
            </a:endParaRPr>
          </a:p>
          <a:p>
            <a:r>
              <a:rPr lang="en-US" sz="1568" dirty="0">
                <a:solidFill>
                  <a:schemeClr val="bg2"/>
                </a:solidFill>
                <a:latin typeface="Menlo-Regular" charset="0"/>
              </a:rPr>
              <a:t>        </a:t>
            </a:r>
            <a:r>
              <a:rPr lang="en-US" sz="1568" dirty="0" err="1">
                <a:solidFill>
                  <a:schemeClr val="bg2"/>
                </a:solidFill>
                <a:latin typeface="Menlo-Regular" charset="0"/>
              </a:rPr>
              <a:t>selectPage</a:t>
            </a:r>
            <a:r>
              <a:rPr lang="en-US" sz="1568" dirty="0">
                <a:solidFill>
                  <a:schemeClr val="bg2"/>
                </a:solidFill>
                <a:latin typeface="Menlo-Regular" charset="0"/>
              </a:rPr>
              <a:t>(</a:t>
            </a:r>
            <a:r>
              <a:rPr lang="en-US" sz="1568" dirty="0" err="1">
                <a:solidFill>
                  <a:schemeClr val="bg2"/>
                </a:solidFill>
                <a:latin typeface="Menlo-Regular" charset="0"/>
              </a:rPr>
              <a:t>selectedPageId</a:t>
            </a:r>
            <a:r>
              <a:rPr lang="en-US" sz="1568" dirty="0">
                <a:solidFill>
                  <a:schemeClr val="bg2"/>
                </a:solidFill>
                <a:latin typeface="Menlo-Regular" charset="0"/>
              </a:rPr>
              <a:t>)</a:t>
            </a:r>
          </a:p>
          <a:p>
            <a:r>
              <a:rPr lang="mr-IN" sz="1568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mr-IN" sz="1568" dirty="0">
                <a:solidFill>
                  <a:schemeClr val="bg2"/>
                </a:solidFill>
                <a:latin typeface="Menlo-Regular" charset="0"/>
              </a:rPr>
              <a:t>   });</a:t>
            </a:r>
          </a:p>
          <a:p>
            <a:r>
              <a:rPr lang="mr-IN" sz="1568" dirty="0">
                <a:solidFill>
                  <a:schemeClr val="bg2"/>
                </a:solidFill>
                <a:latin typeface="Menlo-Regular" charset="0"/>
              </a:rPr>
              <a:t>}</a:t>
            </a:r>
          </a:p>
          <a:p>
            <a:endParaRPr lang="mr-IN" sz="1568" dirty="0">
              <a:solidFill>
                <a:schemeClr val="bg2"/>
              </a:solidFill>
              <a:latin typeface="Menlo-Regular" charset="0"/>
            </a:endParaRPr>
          </a:p>
          <a:p>
            <a:endParaRPr lang="mr-IN" sz="1568" dirty="0">
              <a:solidFill>
                <a:srgbClr val="000000"/>
              </a:solidFill>
              <a:latin typeface="Menlo-Regular" charset="0"/>
            </a:endParaRPr>
          </a:p>
          <a:p>
            <a:endParaRPr lang="en-US" sz="1568" dirty="0"/>
          </a:p>
        </p:txBody>
      </p:sp>
    </p:spTree>
    <p:extLst>
      <p:ext uri="{BB962C8B-B14F-4D97-AF65-F5344CB8AC3E}">
        <p14:creationId xmlns:p14="http://schemas.microsoft.com/office/powerpoint/2010/main" val="64735795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ReactJS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76369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</a:t>
            </a:r>
            <a:r>
              <a:rPr lang="en-US" dirty="0" err="1"/>
              <a:t>ReactJS</a:t>
            </a:r>
            <a:r>
              <a:rPr lang="en-US" dirty="0"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cap="all" dirty="0"/>
              <a:t>A JAVASCRIPT LIBRARY FOR BUILDING USER INTERFACES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  <a:p>
            <a:r>
              <a:rPr lang="en-US" dirty="0"/>
              <a:t>SPA Framework</a:t>
            </a:r>
          </a:p>
          <a:p>
            <a:r>
              <a:rPr lang="en-US" dirty="0" smtClean="0"/>
              <a:t>Declarative</a:t>
            </a:r>
            <a:endParaRPr lang="en-US" dirty="0"/>
          </a:p>
          <a:p>
            <a:r>
              <a:rPr lang="en-US" dirty="0" smtClean="0"/>
              <a:t>Functional</a:t>
            </a:r>
            <a:endParaRPr lang="en-US" dirty="0"/>
          </a:p>
          <a:p>
            <a:r>
              <a:rPr lang="en-US" dirty="0" smtClean="0"/>
              <a:t>Component oriented</a:t>
            </a:r>
            <a:endParaRPr lang="en-US" dirty="0"/>
          </a:p>
          <a:p>
            <a:r>
              <a:rPr lang="en-US" dirty="0" smtClean="0"/>
              <a:t>"Just a view </a:t>
            </a:r>
            <a:r>
              <a:rPr lang="en-US" dirty="0"/>
              <a:t>layer"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48634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idx="1"/>
          </p:nvPr>
        </p:nvSpPr>
        <p:spPr>
          <a:xfrm>
            <a:off x="269303" y="1187963"/>
            <a:ext cx="11655078" cy="678445"/>
          </a:xfrm>
        </p:spPr>
        <p:txBody>
          <a:bodyPr/>
          <a:lstStyle/>
          <a:p>
            <a:r>
              <a:rPr lang="en-US" sz="2353" dirty="0" err="1">
                <a:ea typeface="Consolas" charset="0"/>
                <a:cs typeface="Consolas" charset="0"/>
              </a:rPr>
              <a:t>Klasa</a:t>
            </a:r>
            <a:r>
              <a:rPr lang="en-US" sz="2353" dirty="0">
                <a:ea typeface="Consolas" charset="0"/>
                <a:cs typeface="Consolas" charset="0"/>
              </a:rPr>
              <a:t>:</a:t>
            </a:r>
            <a:r>
              <a:rPr lang="en-US" dirty="0" smtClean="0">
                <a:latin typeface="+mn-lt"/>
                <a:ea typeface="Consolas" charset="0"/>
                <a:cs typeface="Consolas" charset="0"/>
              </a:rPr>
              <a:t> </a:t>
            </a:r>
            <a:r>
              <a:rPr lang="en-US" dirty="0" err="1" smtClean="0">
                <a:latin typeface="Consolas" charset="0"/>
                <a:ea typeface="Consolas" charset="0"/>
                <a:cs typeface="Consolas" charset="0"/>
              </a:rPr>
              <a:t>React.Component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68602" y="1866406"/>
            <a:ext cx="4526524" cy="5403918"/>
          </a:xfrm>
          <a:prstGeom prst="rect">
            <a:avLst/>
          </a:prstGeom>
          <a:noFill/>
        </p:spPr>
        <p:txBody>
          <a:bodyPr wrap="none" lIns="179285" tIns="143428" rIns="179285" bIns="143428" rtlCol="0">
            <a:spAutoFit/>
          </a:bodyPr>
          <a:lstStyle/>
          <a:p>
            <a:pPr>
              <a:lnSpc>
                <a:spcPct val="90000"/>
              </a:lnSpc>
              <a:spcAft>
                <a:spcPts val="588"/>
              </a:spcAft>
            </a:pPr>
            <a:r>
              <a:rPr lang="en-US" sz="2353" dirty="0" err="1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Metode</a:t>
            </a:r>
            <a:r>
              <a:rPr lang="en-US" sz="2353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:</a:t>
            </a:r>
          </a:p>
          <a:p>
            <a:pPr>
              <a:lnSpc>
                <a:spcPct val="90000"/>
              </a:lnSpc>
              <a:spcAft>
                <a:spcPts val="588"/>
              </a:spcAft>
            </a:pPr>
            <a:r>
              <a:rPr lang="en-US" sz="3137" b="1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Consolas" charset="0"/>
                <a:ea typeface="Consolas" charset="0"/>
                <a:cs typeface="Consolas" charset="0"/>
              </a:rPr>
              <a:t>render</a:t>
            </a:r>
            <a:endParaRPr lang="en-US" sz="2353" b="1" dirty="0">
              <a:gradFill>
                <a:gsLst>
                  <a:gs pos="2917">
                    <a:schemeClr val="tx1"/>
                  </a:gs>
                  <a:gs pos="30000">
                    <a:schemeClr val="tx1"/>
                  </a:gs>
                </a:gsLst>
                <a:lin ang="5400000" scaled="0"/>
              </a:gradFill>
              <a:latin typeface="Consolas" charset="0"/>
              <a:ea typeface="Consolas" charset="0"/>
              <a:cs typeface="Consolas" charset="0"/>
            </a:endParaRPr>
          </a:p>
          <a:p>
            <a:pPr>
              <a:lnSpc>
                <a:spcPct val="90000"/>
              </a:lnSpc>
              <a:spcAft>
                <a:spcPts val="588"/>
              </a:spcAft>
            </a:pPr>
            <a:r>
              <a:rPr lang="en-US" sz="2941" b="1" dirty="0" err="1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Consolas" charset="0"/>
                <a:ea typeface="Consolas" charset="0"/>
                <a:cs typeface="Consolas" charset="0"/>
              </a:rPr>
              <a:t>setState</a:t>
            </a:r>
            <a:endParaRPr lang="en-US" sz="2941" b="1" dirty="0">
              <a:gradFill>
                <a:gsLst>
                  <a:gs pos="2917">
                    <a:schemeClr val="tx1"/>
                  </a:gs>
                  <a:gs pos="30000">
                    <a:schemeClr val="tx1"/>
                  </a:gs>
                </a:gsLst>
                <a:lin ang="5400000" scaled="0"/>
              </a:gradFill>
              <a:latin typeface="Consolas" charset="0"/>
              <a:ea typeface="Consolas" charset="0"/>
              <a:cs typeface="Consolas" charset="0"/>
            </a:endParaRPr>
          </a:p>
          <a:p>
            <a:pPr>
              <a:lnSpc>
                <a:spcPct val="90000"/>
              </a:lnSpc>
              <a:spcAft>
                <a:spcPts val="588"/>
              </a:spcAft>
            </a:pPr>
            <a:endParaRPr lang="en-US" sz="2353" b="1" dirty="0">
              <a:gradFill>
                <a:gsLst>
                  <a:gs pos="2917">
                    <a:schemeClr val="tx1"/>
                  </a:gs>
                  <a:gs pos="30000">
                    <a:schemeClr val="tx1"/>
                  </a:gs>
                </a:gsLst>
                <a:lin ang="5400000" scaled="0"/>
              </a:gradFill>
              <a:latin typeface="Consolas" charset="0"/>
              <a:ea typeface="Consolas" charset="0"/>
              <a:cs typeface="Consolas" charset="0"/>
            </a:endParaRPr>
          </a:p>
          <a:p>
            <a:pPr>
              <a:lnSpc>
                <a:spcPct val="90000"/>
              </a:lnSpc>
              <a:spcAft>
                <a:spcPts val="588"/>
              </a:spcAft>
            </a:pPr>
            <a:r>
              <a:rPr lang="en-US" sz="2353" dirty="0" err="1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Consolas" charset="0"/>
                <a:ea typeface="Consolas" charset="0"/>
                <a:cs typeface="Consolas" charset="0"/>
              </a:rPr>
              <a:t>componentWillMount</a:t>
            </a:r>
            <a:endParaRPr lang="en-US" sz="2353" dirty="0">
              <a:gradFill>
                <a:gsLst>
                  <a:gs pos="2917">
                    <a:schemeClr val="tx1"/>
                  </a:gs>
                  <a:gs pos="30000">
                    <a:schemeClr val="tx1"/>
                  </a:gs>
                </a:gsLst>
                <a:lin ang="5400000" scaled="0"/>
              </a:gradFill>
              <a:latin typeface="Consolas" charset="0"/>
              <a:ea typeface="Consolas" charset="0"/>
              <a:cs typeface="Consolas" charset="0"/>
            </a:endParaRPr>
          </a:p>
          <a:p>
            <a:pPr>
              <a:lnSpc>
                <a:spcPct val="90000"/>
              </a:lnSpc>
              <a:spcAft>
                <a:spcPts val="588"/>
              </a:spcAft>
            </a:pPr>
            <a:r>
              <a:rPr lang="en-US" sz="2353" dirty="0" err="1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Consolas" charset="0"/>
                <a:ea typeface="Consolas" charset="0"/>
                <a:cs typeface="Consolas" charset="0"/>
              </a:rPr>
              <a:t>componentWillReceiveProps</a:t>
            </a:r>
            <a:endParaRPr lang="en-US" sz="2353" dirty="0">
              <a:gradFill>
                <a:gsLst>
                  <a:gs pos="2917">
                    <a:schemeClr val="tx1"/>
                  </a:gs>
                  <a:gs pos="30000">
                    <a:schemeClr val="tx1"/>
                  </a:gs>
                </a:gsLst>
                <a:lin ang="5400000" scaled="0"/>
              </a:gradFill>
              <a:latin typeface="Consolas" charset="0"/>
              <a:ea typeface="Consolas" charset="0"/>
              <a:cs typeface="Consolas" charset="0"/>
            </a:endParaRPr>
          </a:p>
          <a:p>
            <a:pPr>
              <a:lnSpc>
                <a:spcPct val="90000"/>
              </a:lnSpc>
              <a:spcAft>
                <a:spcPts val="588"/>
              </a:spcAft>
            </a:pPr>
            <a:r>
              <a:rPr lang="en-US" sz="2353" dirty="0" err="1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Consolas" charset="0"/>
                <a:ea typeface="Consolas" charset="0"/>
                <a:cs typeface="Consolas" charset="0"/>
              </a:rPr>
              <a:t>componentDidMount</a:t>
            </a:r>
            <a:endParaRPr lang="en-US" sz="2353" dirty="0">
              <a:gradFill>
                <a:gsLst>
                  <a:gs pos="2917">
                    <a:schemeClr val="tx1"/>
                  </a:gs>
                  <a:gs pos="30000">
                    <a:schemeClr val="tx1"/>
                  </a:gs>
                </a:gsLst>
                <a:lin ang="5400000" scaled="0"/>
              </a:gradFill>
              <a:latin typeface="Consolas" charset="0"/>
              <a:ea typeface="Consolas" charset="0"/>
              <a:cs typeface="Consolas" charset="0"/>
            </a:endParaRPr>
          </a:p>
          <a:p>
            <a:pPr>
              <a:lnSpc>
                <a:spcPct val="90000"/>
              </a:lnSpc>
              <a:spcAft>
                <a:spcPts val="588"/>
              </a:spcAft>
            </a:pPr>
            <a:r>
              <a:rPr lang="en-US" sz="2353" dirty="0" err="1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Consolas" charset="0"/>
                <a:ea typeface="Consolas" charset="0"/>
                <a:cs typeface="Consolas" charset="0"/>
              </a:rPr>
              <a:t>componentWillUnmount</a:t>
            </a:r>
            <a:endParaRPr lang="en-US" sz="2353" dirty="0">
              <a:gradFill>
                <a:gsLst>
                  <a:gs pos="2917">
                    <a:schemeClr val="tx1"/>
                  </a:gs>
                  <a:gs pos="30000">
                    <a:schemeClr val="tx1"/>
                  </a:gs>
                </a:gsLst>
                <a:lin ang="5400000" scaled="0"/>
              </a:gradFill>
              <a:latin typeface="Consolas" charset="0"/>
              <a:ea typeface="Consolas" charset="0"/>
              <a:cs typeface="Consolas" charset="0"/>
            </a:endParaRPr>
          </a:p>
          <a:p>
            <a:pPr>
              <a:lnSpc>
                <a:spcPct val="90000"/>
              </a:lnSpc>
              <a:spcAft>
                <a:spcPts val="588"/>
              </a:spcAft>
            </a:pPr>
            <a:endParaRPr lang="en-US" sz="2353" dirty="0">
              <a:gradFill>
                <a:gsLst>
                  <a:gs pos="2917">
                    <a:schemeClr val="tx1"/>
                  </a:gs>
                  <a:gs pos="30000">
                    <a:schemeClr val="tx1"/>
                  </a:gs>
                </a:gsLst>
                <a:lin ang="5400000" scaled="0"/>
              </a:gradFill>
              <a:latin typeface="Consolas" charset="0"/>
              <a:ea typeface="Consolas" charset="0"/>
              <a:cs typeface="Consolas" charset="0"/>
            </a:endParaRPr>
          </a:p>
          <a:p>
            <a:pPr>
              <a:lnSpc>
                <a:spcPct val="90000"/>
              </a:lnSpc>
              <a:spcAft>
                <a:spcPts val="588"/>
              </a:spcAft>
            </a:pPr>
            <a:r>
              <a:rPr lang="en-US" sz="1961" dirty="0" err="1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Consolas" charset="0"/>
                <a:ea typeface="Consolas" charset="0"/>
                <a:cs typeface="Consolas" charset="0"/>
              </a:rPr>
              <a:t>shouldComponentUpdate</a:t>
            </a:r>
            <a:endParaRPr lang="en-US" sz="1961" dirty="0">
              <a:gradFill>
                <a:gsLst>
                  <a:gs pos="2917">
                    <a:schemeClr val="tx1"/>
                  </a:gs>
                  <a:gs pos="30000">
                    <a:schemeClr val="tx1"/>
                  </a:gs>
                </a:gsLst>
                <a:lin ang="5400000" scaled="0"/>
              </a:gradFill>
              <a:latin typeface="Consolas" charset="0"/>
              <a:ea typeface="Consolas" charset="0"/>
              <a:cs typeface="Consolas" charset="0"/>
            </a:endParaRPr>
          </a:p>
          <a:p>
            <a:pPr>
              <a:lnSpc>
                <a:spcPct val="90000"/>
              </a:lnSpc>
              <a:spcAft>
                <a:spcPts val="588"/>
              </a:spcAft>
            </a:pPr>
            <a:r>
              <a:rPr lang="en-US" sz="1961" dirty="0" err="1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Consolas" charset="0"/>
                <a:ea typeface="Consolas" charset="0"/>
                <a:cs typeface="Consolas" charset="0"/>
              </a:rPr>
              <a:t>componentDidUpdate</a:t>
            </a:r>
            <a:endParaRPr lang="en-US" sz="1961" dirty="0">
              <a:gradFill>
                <a:gsLst>
                  <a:gs pos="2917">
                    <a:schemeClr val="tx1"/>
                  </a:gs>
                  <a:gs pos="30000">
                    <a:schemeClr val="tx1"/>
                  </a:gs>
                </a:gsLst>
                <a:lin ang="5400000" scaled="0"/>
              </a:gradFill>
              <a:latin typeface="Consolas" charset="0"/>
              <a:ea typeface="Consolas" charset="0"/>
              <a:cs typeface="Consolas" charset="0"/>
            </a:endParaRPr>
          </a:p>
          <a:p>
            <a:pPr>
              <a:lnSpc>
                <a:spcPct val="90000"/>
              </a:lnSpc>
              <a:spcAft>
                <a:spcPts val="588"/>
              </a:spcAft>
            </a:pPr>
            <a:r>
              <a:rPr lang="en-US" sz="1961" dirty="0" err="1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Consolas" charset="0"/>
                <a:ea typeface="Consolas" charset="0"/>
                <a:cs typeface="Consolas" charset="0"/>
              </a:rPr>
              <a:t>componentWillUpdate</a:t>
            </a:r>
            <a:endParaRPr lang="en-US" sz="1961" dirty="0">
              <a:gradFill>
                <a:gsLst>
                  <a:gs pos="2917">
                    <a:schemeClr val="tx1"/>
                  </a:gs>
                  <a:gs pos="30000">
                    <a:schemeClr val="tx1"/>
                  </a:gs>
                </a:gsLst>
                <a:lin ang="5400000" scaled="0"/>
              </a:gradFill>
              <a:latin typeface="Consolas" charset="0"/>
              <a:ea typeface="Consolas" charset="0"/>
              <a:cs typeface="Consolas" charset="0"/>
            </a:endParaRPr>
          </a:p>
          <a:p>
            <a:pPr>
              <a:lnSpc>
                <a:spcPct val="90000"/>
              </a:lnSpc>
              <a:spcAft>
                <a:spcPts val="588"/>
              </a:spcAft>
            </a:pPr>
            <a:endParaRPr lang="en-US" sz="1961" dirty="0">
              <a:gradFill>
                <a:gsLst>
                  <a:gs pos="2917">
                    <a:schemeClr val="tx1"/>
                  </a:gs>
                  <a:gs pos="30000">
                    <a:schemeClr val="tx1"/>
                  </a:gs>
                </a:gsLst>
                <a:lin ang="5400000" scaled="0"/>
              </a:gra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07548" y="3680168"/>
            <a:ext cx="4816368" cy="1421121"/>
          </a:xfrm>
          <a:prstGeom prst="rect">
            <a:avLst/>
          </a:prstGeom>
          <a:noFill/>
        </p:spPr>
        <p:txBody>
          <a:bodyPr wrap="none" lIns="179285" tIns="143428" rIns="179285" bIns="143428" rtlCol="0">
            <a:spAutoFit/>
          </a:bodyPr>
          <a:lstStyle/>
          <a:p>
            <a:pPr>
              <a:lnSpc>
                <a:spcPct val="90000"/>
              </a:lnSpc>
              <a:spcAft>
                <a:spcPts val="588"/>
              </a:spcAft>
            </a:pPr>
            <a:r>
              <a:rPr lang="en-US" sz="2353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JSX + virtual DOM + </a:t>
            </a:r>
            <a:r>
              <a:rPr lang="en-US" sz="2353" dirty="0" smtClean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synthetic events</a:t>
            </a:r>
            <a:endParaRPr lang="en-US" sz="2353" dirty="0">
              <a:gradFill>
                <a:gsLst>
                  <a:gs pos="2917">
                    <a:schemeClr val="tx1"/>
                  </a:gs>
                  <a:gs pos="30000">
                    <a:schemeClr val="tx1"/>
                  </a:gs>
                </a:gsLst>
                <a:lin ang="5400000" scaled="0"/>
              </a:gradFill>
            </a:endParaRPr>
          </a:p>
          <a:p>
            <a:pPr>
              <a:lnSpc>
                <a:spcPct val="90000"/>
              </a:lnSpc>
              <a:spcAft>
                <a:spcPts val="588"/>
              </a:spcAft>
            </a:pPr>
            <a:endParaRPr lang="en-US" sz="2353" dirty="0">
              <a:gradFill>
                <a:gsLst>
                  <a:gs pos="2917">
                    <a:schemeClr val="tx1"/>
                  </a:gs>
                  <a:gs pos="30000">
                    <a:schemeClr val="tx1"/>
                  </a:gs>
                </a:gsLst>
                <a:lin ang="5400000" scaled="0"/>
              </a:gradFill>
            </a:endParaRPr>
          </a:p>
          <a:p>
            <a:pPr>
              <a:lnSpc>
                <a:spcPct val="90000"/>
              </a:lnSpc>
              <a:spcAft>
                <a:spcPts val="588"/>
              </a:spcAft>
            </a:pPr>
            <a:endParaRPr lang="en-US" sz="2353" dirty="0" err="1">
              <a:gradFill>
                <a:gsLst>
                  <a:gs pos="2917">
                    <a:schemeClr val="tx1"/>
                  </a:gs>
                  <a:gs pos="30000">
                    <a:schemeClr val="tx1"/>
                  </a:gs>
                </a:gsLst>
                <a:lin ang="5400000" scaled="0"/>
              </a:gradFill>
            </a:endParaRPr>
          </a:p>
        </p:txBody>
      </p:sp>
      <p:sp>
        <p:nvSpPr>
          <p:cNvPr id="7" name="Text Placeholder 2"/>
          <p:cNvSpPr txBox="1">
            <a:spLocks/>
          </p:cNvSpPr>
          <p:nvPr/>
        </p:nvSpPr>
        <p:spPr>
          <a:xfrm>
            <a:off x="5607548" y="4470085"/>
            <a:ext cx="6590148" cy="2409703"/>
          </a:xfrm>
          <a:prstGeom prst="rect">
            <a:avLst/>
          </a:prstGeom>
          <a:solidFill>
            <a:schemeClr val="bg1"/>
          </a:solidFill>
        </p:spPr>
        <p:txBody>
          <a:bodyPr vert="horz" wrap="none" lIns="143428" tIns="89642" rIns="143428" bIns="89642" rtlCol="0">
            <a:noAutofit/>
          </a:bodyPr>
          <a:lstStyle>
            <a:lvl1pPr marL="228600" marR="0" indent="-2286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3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lt"/>
                <a:ea typeface="+mn-ea"/>
                <a:cs typeface="+mn-cs"/>
              </a:defRPr>
            </a:lvl1pPr>
            <a:lvl2pPr marL="457200" marR="0" indent="-2286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85800" marR="0" indent="-2286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914400" marR="0" indent="-2286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2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143000" marR="0" indent="-2286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2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mr-IN" sz="1961" dirty="0">
                <a:solidFill>
                  <a:srgbClr val="000000"/>
                </a:solidFill>
                <a:latin typeface="Menlo-Regular" charset="0"/>
              </a:rPr>
              <a:t>&lt;</a:t>
            </a:r>
            <a:r>
              <a:rPr lang="mr-IN" sz="1961" dirty="0" err="1">
                <a:solidFill>
                  <a:srgbClr val="F4005F"/>
                </a:solidFill>
                <a:latin typeface="Menlo-Regular" charset="0"/>
              </a:rPr>
              <a:t>div</a:t>
            </a:r>
            <a:r>
              <a:rPr lang="mr-IN" sz="1961" dirty="0">
                <a:solidFill>
                  <a:srgbClr val="000000"/>
                </a:solidFill>
                <a:latin typeface="Menlo-Regular" charset="0"/>
              </a:rPr>
              <a:t>&gt;</a:t>
            </a:r>
          </a:p>
          <a:p>
            <a:pPr marL="0" indent="0">
              <a:buNone/>
            </a:pP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  &lt;</a:t>
            </a:r>
            <a:r>
              <a:rPr lang="en-US" sz="1961" dirty="0">
                <a:solidFill>
                  <a:srgbClr val="F4005F"/>
                </a:solidFill>
                <a:latin typeface="Menlo-Regular" charset="0"/>
              </a:rPr>
              <a:t>span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&gt;{</a:t>
            </a:r>
            <a:r>
              <a:rPr lang="en-US" sz="1961" dirty="0" err="1">
                <a:solidFill>
                  <a:srgbClr val="000000"/>
                </a:solidFill>
                <a:latin typeface="Menlo-Regular" charset="0"/>
              </a:rPr>
              <a:t>this.props.text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}&lt;/</a:t>
            </a:r>
            <a:r>
              <a:rPr lang="en-US" sz="1961" dirty="0">
                <a:solidFill>
                  <a:srgbClr val="F4005F"/>
                </a:solidFill>
                <a:latin typeface="Menlo-Regular" charset="0"/>
              </a:rPr>
              <a:t>span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&gt;</a:t>
            </a:r>
          </a:p>
          <a:p>
            <a:pPr marL="0" indent="0">
              <a:buNone/>
            </a:pP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  &lt;</a:t>
            </a:r>
            <a:r>
              <a:rPr lang="en-US" sz="1961" dirty="0">
                <a:solidFill>
                  <a:srgbClr val="F4005F"/>
                </a:solidFill>
                <a:latin typeface="Menlo-Regular" charset="0"/>
              </a:rPr>
              <a:t>button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961" dirty="0" err="1">
                <a:solidFill>
                  <a:srgbClr val="5AA314"/>
                </a:solidFill>
                <a:latin typeface="Menlo-Regular" charset="0"/>
              </a:rPr>
              <a:t>onClick</a:t>
            </a:r>
            <a:r>
              <a:rPr lang="en-US" sz="1961" dirty="0">
                <a:solidFill>
                  <a:srgbClr val="F4005F"/>
                </a:solidFill>
                <a:latin typeface="Menlo-Regular" charset="0"/>
              </a:rPr>
              <a:t>=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{</a:t>
            </a:r>
            <a:r>
              <a:rPr lang="en-US" sz="1961" dirty="0" err="1">
                <a:solidFill>
                  <a:srgbClr val="000000"/>
                </a:solidFill>
                <a:latin typeface="Menlo-Regular" charset="0"/>
              </a:rPr>
              <a:t>this.props.handleClick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}&gt;</a:t>
            </a:r>
          </a:p>
          <a:p>
            <a:pPr marL="0" indent="0">
              <a:buNone/>
            </a:pP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    Click me&lt;/</a:t>
            </a:r>
            <a:r>
              <a:rPr lang="en-US" sz="1961" dirty="0">
                <a:solidFill>
                  <a:srgbClr val="F4005F"/>
                </a:solidFill>
                <a:latin typeface="Menlo-Regular" charset="0"/>
              </a:rPr>
              <a:t>button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&gt;</a:t>
            </a:r>
          </a:p>
          <a:p>
            <a:pPr marL="0" indent="0">
              <a:buNone/>
            </a:pPr>
            <a:r>
              <a:rPr lang="mr-IN" sz="1961" dirty="0">
                <a:solidFill>
                  <a:srgbClr val="000000"/>
                </a:solidFill>
                <a:latin typeface="Menlo-Regular" charset="0"/>
              </a:rPr>
              <a:t>&lt;/</a:t>
            </a:r>
            <a:r>
              <a:rPr lang="mr-IN" sz="1961" dirty="0" err="1">
                <a:solidFill>
                  <a:srgbClr val="F4005F"/>
                </a:solidFill>
                <a:latin typeface="Menlo-Regular" charset="0"/>
              </a:rPr>
              <a:t>div</a:t>
            </a:r>
            <a:r>
              <a:rPr lang="mr-IN" sz="1961" dirty="0">
                <a:solidFill>
                  <a:srgbClr val="000000"/>
                </a:solidFill>
                <a:latin typeface="Menlo-Regular" charset="0"/>
              </a:rPr>
              <a:t>&gt;</a:t>
            </a:r>
          </a:p>
          <a:p>
            <a:pPr marL="0" indent="0">
              <a:buNone/>
            </a:pPr>
            <a:endParaRPr lang="mr-IN" sz="1961" dirty="0">
              <a:solidFill>
                <a:srgbClr val="000000"/>
              </a:solidFill>
              <a:latin typeface="Menlo-Regular" charset="0"/>
            </a:endParaRPr>
          </a:p>
          <a:p>
            <a:pPr marL="0" indent="0">
              <a:buNone/>
            </a:pPr>
            <a:endParaRPr lang="en-US" sz="1961" dirty="0">
              <a:solidFill>
                <a:srgbClr val="F8F8F2"/>
              </a:solidFill>
              <a:latin typeface="Consolas" charset="0"/>
              <a:ea typeface="Consolas" charset="0"/>
              <a:cs typeface="Consolas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966521" y="1812971"/>
            <a:ext cx="2549587" cy="1016818"/>
          </a:xfrm>
          <a:prstGeom prst="rect">
            <a:avLst/>
          </a:prstGeom>
          <a:noFill/>
        </p:spPr>
        <p:txBody>
          <a:bodyPr wrap="none" lIns="179285" tIns="143428" rIns="179285" bIns="143428" rtlCol="0">
            <a:spAutoFit/>
          </a:bodyPr>
          <a:lstStyle/>
          <a:p>
            <a:pPr>
              <a:lnSpc>
                <a:spcPct val="90000"/>
              </a:lnSpc>
              <a:spcAft>
                <a:spcPts val="588"/>
              </a:spcAft>
            </a:pPr>
            <a:r>
              <a:rPr lang="en-US" sz="2353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Properties:</a:t>
            </a:r>
          </a:p>
          <a:p>
            <a:pPr>
              <a:lnSpc>
                <a:spcPct val="90000"/>
              </a:lnSpc>
              <a:spcAft>
                <a:spcPts val="588"/>
              </a:spcAft>
            </a:pPr>
            <a:r>
              <a:rPr lang="en-US" sz="2353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Menlo" charset="0"/>
                <a:ea typeface="Menlo" charset="0"/>
                <a:cs typeface="Menlo" charset="0"/>
              </a:rPr>
              <a:t>state, props</a:t>
            </a:r>
          </a:p>
        </p:txBody>
      </p:sp>
    </p:spTree>
    <p:extLst>
      <p:ext uri="{BB962C8B-B14F-4D97-AF65-F5344CB8AC3E}">
        <p14:creationId xmlns:p14="http://schemas.microsoft.com/office/powerpoint/2010/main" val="2135110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React component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 wrap="none">
            <a:noAutofit/>
          </a:bodyPr>
          <a:lstStyle/>
          <a:p>
            <a:r>
              <a:rPr lang="en-US" sz="1961" dirty="0">
                <a:solidFill>
                  <a:srgbClr val="F4005F"/>
                </a:solidFill>
                <a:latin typeface="Menlo-Regular" charset="0"/>
              </a:rPr>
              <a:t>import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961" dirty="0">
                <a:solidFill>
                  <a:srgbClr val="9D65FF"/>
                </a:solidFill>
                <a:latin typeface="Menlo-Regular" charset="0"/>
              </a:rPr>
              <a:t>*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961" dirty="0">
                <a:solidFill>
                  <a:srgbClr val="F4005F"/>
                </a:solidFill>
                <a:latin typeface="Menlo-Regular" charset="0"/>
              </a:rPr>
              <a:t>as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 React </a:t>
            </a:r>
            <a:r>
              <a:rPr lang="en-US" sz="1961" dirty="0">
                <a:solidFill>
                  <a:srgbClr val="F4005F"/>
                </a:solidFill>
                <a:latin typeface="Menlo-Regular" charset="0"/>
              </a:rPr>
              <a:t>from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961" dirty="0">
                <a:solidFill>
                  <a:srgbClr val="EC4307"/>
                </a:solidFill>
                <a:latin typeface="Menlo-Regular" charset="0"/>
              </a:rPr>
              <a:t>'react'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;</a:t>
            </a:r>
          </a:p>
          <a:p>
            <a:endParaRPr lang="en-US" sz="1961" dirty="0">
              <a:solidFill>
                <a:srgbClr val="000000"/>
              </a:solidFill>
              <a:latin typeface="Menlo-Regular" charset="0"/>
            </a:endParaRPr>
          </a:p>
          <a:p>
            <a:endParaRPr lang="en-US" sz="1961" dirty="0">
              <a:solidFill>
                <a:srgbClr val="000000"/>
              </a:solidFill>
              <a:latin typeface="Menlo-Regular" charset="0"/>
            </a:endParaRPr>
          </a:p>
          <a:p>
            <a:endParaRPr lang="en-US" sz="1961" dirty="0">
              <a:solidFill>
                <a:srgbClr val="000000"/>
              </a:solidFill>
              <a:latin typeface="Menlo-Regular" charset="0"/>
            </a:endParaRPr>
          </a:p>
          <a:p>
            <a:r>
              <a:rPr lang="en-US" sz="1961" dirty="0">
                <a:solidFill>
                  <a:srgbClr val="F4005F"/>
                </a:solidFill>
                <a:latin typeface="Menlo-Regular" charset="0"/>
              </a:rPr>
              <a:t>export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961" dirty="0">
                <a:solidFill>
                  <a:srgbClr val="F4005F"/>
                </a:solidFill>
                <a:latin typeface="Menlo-Regular" charset="0"/>
              </a:rPr>
              <a:t>default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961" i="1" dirty="0">
                <a:solidFill>
                  <a:srgbClr val="27BADD"/>
                </a:solidFill>
                <a:latin typeface="Menlo-Italic" charset="0"/>
              </a:rPr>
              <a:t>class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 Header </a:t>
            </a:r>
            <a:r>
              <a:rPr lang="en-US" sz="1961" dirty="0">
                <a:solidFill>
                  <a:srgbClr val="F4005F"/>
                </a:solidFill>
                <a:latin typeface="Menlo-Regular" charset="0"/>
              </a:rPr>
              <a:t>extends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961" dirty="0" err="1">
                <a:solidFill>
                  <a:srgbClr val="000000"/>
                </a:solidFill>
                <a:latin typeface="Menlo-Regular" charset="0"/>
              </a:rPr>
              <a:t>React.</a:t>
            </a:r>
            <a:r>
              <a:rPr lang="en-US" sz="1961" i="1" dirty="0" err="1">
                <a:solidFill>
                  <a:srgbClr val="5AA314"/>
                </a:solidFill>
                <a:latin typeface="Menlo-Italic" charset="0"/>
              </a:rPr>
              <a:t>Component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&lt;</a:t>
            </a:r>
            <a:r>
              <a:rPr lang="en-US" sz="1961" i="1" dirty="0">
                <a:solidFill>
                  <a:srgbClr val="27BADD"/>
                </a:solidFill>
                <a:latin typeface="Menlo-Italic" charset="0"/>
              </a:rPr>
              <a:t>any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, </a:t>
            </a:r>
            <a:r>
              <a:rPr lang="en-US" sz="1961" i="1" dirty="0">
                <a:solidFill>
                  <a:srgbClr val="27BADD"/>
                </a:solidFill>
                <a:latin typeface="Menlo-Italic" charset="0"/>
              </a:rPr>
              <a:t>any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&gt; {</a:t>
            </a:r>
          </a:p>
          <a:p>
            <a:r>
              <a:rPr lang="pl-PL" sz="1961" dirty="0">
                <a:solidFill>
                  <a:srgbClr val="000000"/>
                </a:solidFill>
                <a:latin typeface="Menlo-Regular" charset="0"/>
              </a:rPr>
              <a:t>    </a:t>
            </a:r>
            <a:r>
              <a:rPr lang="pl-PL" sz="1961" dirty="0" err="1">
                <a:solidFill>
                  <a:srgbClr val="5AA314"/>
                </a:solidFill>
                <a:latin typeface="Menlo-Regular" charset="0"/>
              </a:rPr>
              <a:t>render</a:t>
            </a:r>
            <a:r>
              <a:rPr lang="pl-PL" sz="1961" dirty="0">
                <a:solidFill>
                  <a:srgbClr val="000000"/>
                </a:solidFill>
                <a:latin typeface="Menlo-Regular" charset="0"/>
              </a:rPr>
              <a:t>() {</a:t>
            </a:r>
          </a:p>
          <a:p>
            <a:r>
              <a:rPr lang="is-IS" sz="1961" dirty="0">
                <a:solidFill>
                  <a:srgbClr val="000000"/>
                </a:solidFill>
                <a:latin typeface="Menlo-Regular" charset="0"/>
              </a:rPr>
              <a:t>        </a:t>
            </a:r>
            <a:r>
              <a:rPr lang="is-IS" sz="1961" dirty="0">
                <a:solidFill>
                  <a:srgbClr val="F4005F"/>
                </a:solidFill>
                <a:latin typeface="Menlo-Regular" charset="0"/>
              </a:rPr>
              <a:t>return</a:t>
            </a:r>
            <a:r>
              <a:rPr lang="is-IS" sz="1961" dirty="0">
                <a:solidFill>
                  <a:srgbClr val="000000"/>
                </a:solidFill>
                <a:latin typeface="Menlo-Regular" charset="0"/>
              </a:rPr>
              <a:t> &lt;</a:t>
            </a:r>
            <a:r>
              <a:rPr lang="is-IS" sz="1961" dirty="0" smtClean="0">
                <a:solidFill>
                  <a:srgbClr val="F4005F"/>
                </a:solidFill>
                <a:latin typeface="Menlo-Regular" charset="0"/>
              </a:rPr>
              <a:t>h1</a:t>
            </a:r>
            <a:r>
              <a:rPr lang="is-IS" sz="1961" dirty="0" smtClean="0">
                <a:solidFill>
                  <a:srgbClr val="000000"/>
                </a:solidFill>
                <a:latin typeface="Menlo-Regular" charset="0"/>
              </a:rPr>
              <a:t>&gt;Title goes here&lt;/</a:t>
            </a:r>
            <a:r>
              <a:rPr lang="is-IS" sz="1961" dirty="0">
                <a:solidFill>
                  <a:srgbClr val="F4005F"/>
                </a:solidFill>
                <a:latin typeface="Menlo-Regular" charset="0"/>
              </a:rPr>
              <a:t>h2</a:t>
            </a:r>
            <a:r>
              <a:rPr lang="is-IS" sz="1961" dirty="0">
                <a:solidFill>
                  <a:srgbClr val="000000"/>
                </a:solidFill>
                <a:latin typeface="Menlo-Regular" charset="0"/>
              </a:rPr>
              <a:t>&gt;</a:t>
            </a:r>
          </a:p>
          <a:p>
            <a:r>
              <a:rPr lang="is-IS" sz="1961" dirty="0">
                <a:solidFill>
                  <a:srgbClr val="000000"/>
                </a:solidFill>
                <a:latin typeface="Menlo-Regular" charset="0"/>
              </a:rPr>
              <a:t>    }</a:t>
            </a:r>
          </a:p>
          <a:p>
            <a:r>
              <a:rPr lang="is-IS" sz="1961" dirty="0">
                <a:solidFill>
                  <a:srgbClr val="000000"/>
                </a:solidFill>
                <a:latin typeface="Menlo-Regular" charset="0"/>
              </a:rPr>
              <a:t>}</a:t>
            </a:r>
          </a:p>
          <a:p>
            <a:endParaRPr lang="is-IS" sz="1961" dirty="0">
              <a:solidFill>
                <a:srgbClr val="000000"/>
              </a:solidFill>
              <a:latin typeface="Menlo-Regular" charset="0"/>
            </a:endParaRPr>
          </a:p>
          <a:p>
            <a:endParaRPr lang="is-IS" sz="1961" dirty="0">
              <a:solidFill>
                <a:srgbClr val="000000"/>
              </a:solidFill>
              <a:latin typeface="Menlo-Regular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472373" y="1081204"/>
            <a:ext cx="5506213" cy="94137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lIns="179285" tIns="143428" rIns="179285" bIns="143428" rtlCol="0">
            <a:spAutoFit/>
          </a:bodyPr>
          <a:lstStyle/>
          <a:p>
            <a:pPr>
              <a:lnSpc>
                <a:spcPct val="90000"/>
              </a:lnSpc>
              <a:spcAft>
                <a:spcPts val="588"/>
              </a:spcAft>
            </a:pPr>
            <a:r>
              <a:rPr lang="en-US" sz="2353" dirty="0" smtClean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Importing external modules </a:t>
            </a:r>
            <a:r>
              <a:rPr lang="en-US" sz="2353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(NPM </a:t>
            </a:r>
            <a:r>
              <a:rPr lang="en-US" sz="2353" dirty="0" err="1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ili</a:t>
            </a:r>
            <a:r>
              <a:rPr lang="en-US" sz="2353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 </a:t>
            </a:r>
            <a:r>
              <a:rPr lang="en-US" sz="2353" dirty="0" err="1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lokalno</a:t>
            </a:r>
            <a:r>
              <a:rPr lang="en-US" sz="2353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37794" y="4027660"/>
            <a:ext cx="847110" cy="61552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lIns="179285" tIns="143428" rIns="179285" bIns="143428" rtlCol="0">
            <a:spAutoFit/>
          </a:bodyPr>
          <a:lstStyle/>
          <a:p>
            <a:pPr>
              <a:lnSpc>
                <a:spcPct val="90000"/>
              </a:lnSpc>
              <a:spcAft>
                <a:spcPts val="588"/>
              </a:spcAft>
            </a:pPr>
            <a:r>
              <a:rPr lang="en-US" sz="2353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JSX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6232" y="1946558"/>
            <a:ext cx="5153251" cy="615516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lIns="179285" tIns="143428" rIns="179285" bIns="143428" rtlCol="0">
            <a:spAutoFit/>
          </a:bodyPr>
          <a:lstStyle/>
          <a:p>
            <a:pPr>
              <a:lnSpc>
                <a:spcPct val="90000"/>
              </a:lnSpc>
              <a:spcAft>
                <a:spcPts val="588"/>
              </a:spcAft>
            </a:pPr>
            <a:r>
              <a:rPr lang="en-US" sz="2353" dirty="0" smtClean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Export for other modules to see</a:t>
            </a:r>
            <a:endParaRPr lang="en-US" sz="2353" dirty="0">
              <a:gradFill>
                <a:gsLst>
                  <a:gs pos="2917">
                    <a:schemeClr val="tx1"/>
                  </a:gs>
                  <a:gs pos="30000">
                    <a:schemeClr val="tx1"/>
                  </a:gs>
                </a:gsLst>
                <a:lin ang="5400000" scaled="0"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65652058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3182" y="3788740"/>
            <a:ext cx="4048819" cy="303661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9241" y="2979232"/>
            <a:ext cx="11655840" cy="899537"/>
          </a:xfrm>
        </p:spPr>
        <p:txBody>
          <a:bodyPr/>
          <a:lstStyle/>
          <a:p>
            <a:r>
              <a:rPr lang="en-US" dirty="0" smtClean="0"/>
              <a:t>HTML inside </a:t>
            </a:r>
            <a:r>
              <a:rPr lang="en-US" strike="sngStrike" dirty="0" err="1" smtClean="0"/>
              <a:t>JavaScripta</a:t>
            </a:r>
            <a:r>
              <a:rPr lang="en-US" dirty="0" smtClean="0"/>
              <a:t> ECMAScript?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025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stage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344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Glossary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.NET Core </a:t>
            </a:r>
            <a:r>
              <a:rPr lang="mr-IN" dirty="0" smtClean="0"/>
              <a:t>–</a:t>
            </a:r>
            <a:r>
              <a:rPr lang="en-US" dirty="0" smtClean="0"/>
              <a:t> platform</a:t>
            </a:r>
          </a:p>
          <a:p>
            <a:r>
              <a:rPr lang="en-US" dirty="0" smtClean="0"/>
              <a:t>ASP.NET Core </a:t>
            </a:r>
            <a:r>
              <a:rPr lang="mr-IN" dirty="0" smtClean="0"/>
              <a:t>–</a:t>
            </a:r>
            <a:r>
              <a:rPr lang="en-US" dirty="0" smtClean="0"/>
              <a:t> framework</a:t>
            </a:r>
          </a:p>
          <a:p>
            <a:r>
              <a:rPr lang="en-US" dirty="0" err="1" smtClean="0"/>
              <a:t>ReactJS</a:t>
            </a:r>
            <a:r>
              <a:rPr lang="en-US" dirty="0" smtClean="0"/>
              <a:t> </a:t>
            </a:r>
            <a:r>
              <a:rPr lang="mr-IN" dirty="0" smtClean="0"/>
              <a:t>–</a:t>
            </a:r>
            <a:r>
              <a:rPr lang="en-US" dirty="0" smtClean="0"/>
              <a:t> SPA library</a:t>
            </a:r>
          </a:p>
          <a:p>
            <a:r>
              <a:rPr lang="en-US" dirty="0" err="1" smtClean="0"/>
              <a:t>JavaScriptServices</a:t>
            </a:r>
            <a:r>
              <a:rPr lang="en-US" dirty="0" smtClean="0"/>
              <a:t> </a:t>
            </a:r>
            <a:r>
              <a:rPr lang="mr-IN" dirty="0" smtClean="0"/>
              <a:t>–</a:t>
            </a:r>
            <a:r>
              <a:rPr lang="en-US" dirty="0" smtClean="0"/>
              <a:t> handles SPA inside ASP.NET Core/replaces Razor</a:t>
            </a:r>
          </a:p>
          <a:p>
            <a:endParaRPr lang="en-US" dirty="0"/>
          </a:p>
          <a:p>
            <a:r>
              <a:rPr lang="en-US" smtClean="0"/>
              <a:t>Tools: </a:t>
            </a:r>
            <a:r>
              <a:rPr lang="en-US" dirty="0" err="1" smtClean="0"/>
              <a:t>npm</a:t>
            </a:r>
            <a:r>
              <a:rPr lang="en-US" dirty="0" smtClean="0"/>
              <a:t>, </a:t>
            </a:r>
            <a:r>
              <a:rPr lang="en-US" dirty="0" err="1" smtClean="0"/>
              <a:t>webpack</a:t>
            </a:r>
            <a:r>
              <a:rPr lang="en-US" dirty="0" smtClean="0"/>
              <a:t>, </a:t>
            </a:r>
            <a:r>
              <a:rPr lang="en-US" dirty="0" err="1" smtClean="0"/>
              <a:t>nuget</a:t>
            </a:r>
            <a:r>
              <a:rPr lang="en-US" dirty="0" smtClean="0"/>
              <a:t>, </a:t>
            </a:r>
            <a:r>
              <a:rPr lang="en-US" dirty="0" err="1" smtClean="0"/>
              <a:t>dotnet</a:t>
            </a:r>
            <a:r>
              <a:rPr lang="en-US" dirty="0" smtClean="0"/>
              <a:t> CLI</a:t>
            </a:r>
          </a:p>
          <a:p>
            <a:r>
              <a:rPr lang="en-US" dirty="0" smtClean="0"/>
              <a:t>Concepts: Single Page App, client-side routing</a:t>
            </a:r>
          </a:p>
        </p:txBody>
      </p:sp>
    </p:spTree>
    <p:extLst>
      <p:ext uri="{BB962C8B-B14F-4D97-AF65-F5344CB8AC3E}">
        <p14:creationId xmlns:p14="http://schemas.microsoft.com/office/powerpoint/2010/main" val="101424714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DEMO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5165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class =&gt; </a:t>
            </a:r>
            <a:r>
              <a:rPr lang="en-US" dirty="0" err="1" smtClean="0"/>
              <a:t>className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 wrap="none">
            <a:noAutofit/>
          </a:bodyPr>
          <a:lstStyle/>
          <a:p>
            <a:r>
              <a:rPr lang="en-US" sz="1961" dirty="0">
                <a:solidFill>
                  <a:srgbClr val="F4005F"/>
                </a:solidFill>
                <a:latin typeface="Menlo-Regular" charset="0"/>
              </a:rPr>
              <a:t>import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961" dirty="0">
                <a:solidFill>
                  <a:srgbClr val="9D65FF"/>
                </a:solidFill>
                <a:latin typeface="Menlo-Regular" charset="0"/>
              </a:rPr>
              <a:t>*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961" dirty="0">
                <a:solidFill>
                  <a:srgbClr val="F4005F"/>
                </a:solidFill>
                <a:latin typeface="Menlo-Regular" charset="0"/>
              </a:rPr>
              <a:t>as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 React </a:t>
            </a:r>
            <a:r>
              <a:rPr lang="en-US" sz="1961" dirty="0">
                <a:solidFill>
                  <a:srgbClr val="F4005F"/>
                </a:solidFill>
                <a:latin typeface="Menlo-Regular" charset="0"/>
              </a:rPr>
              <a:t>from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961" dirty="0">
                <a:solidFill>
                  <a:srgbClr val="EC4307"/>
                </a:solidFill>
                <a:latin typeface="Menlo-Regular" charset="0"/>
              </a:rPr>
              <a:t>'react'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;</a:t>
            </a:r>
          </a:p>
          <a:p>
            <a:endParaRPr lang="en-US" sz="1961" dirty="0">
              <a:solidFill>
                <a:srgbClr val="000000"/>
              </a:solidFill>
              <a:latin typeface="Menlo-Regular" charset="0"/>
            </a:endParaRPr>
          </a:p>
          <a:p>
            <a:r>
              <a:rPr lang="en-US" sz="1961" dirty="0">
                <a:solidFill>
                  <a:srgbClr val="F4005F"/>
                </a:solidFill>
                <a:latin typeface="Menlo-Regular" charset="0"/>
              </a:rPr>
              <a:t>export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961" dirty="0">
                <a:solidFill>
                  <a:srgbClr val="F4005F"/>
                </a:solidFill>
                <a:latin typeface="Menlo-Regular" charset="0"/>
              </a:rPr>
              <a:t>default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961" i="1" dirty="0">
                <a:solidFill>
                  <a:srgbClr val="27BADD"/>
                </a:solidFill>
                <a:latin typeface="Menlo-Italic" charset="0"/>
              </a:rPr>
              <a:t>class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 Sample </a:t>
            </a:r>
            <a:r>
              <a:rPr lang="en-US" sz="1961" dirty="0">
                <a:solidFill>
                  <a:srgbClr val="F4005F"/>
                </a:solidFill>
                <a:latin typeface="Menlo-Regular" charset="0"/>
              </a:rPr>
              <a:t>extends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961" dirty="0" err="1">
                <a:solidFill>
                  <a:srgbClr val="000000"/>
                </a:solidFill>
                <a:latin typeface="Menlo-Regular" charset="0"/>
              </a:rPr>
              <a:t>React.</a:t>
            </a:r>
            <a:r>
              <a:rPr lang="en-US" sz="1961" i="1" dirty="0" err="1">
                <a:solidFill>
                  <a:srgbClr val="5AA314"/>
                </a:solidFill>
                <a:latin typeface="Menlo-Italic" charset="0"/>
              </a:rPr>
              <a:t>Component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&lt;</a:t>
            </a:r>
            <a:r>
              <a:rPr lang="en-US" sz="1961" i="1" dirty="0">
                <a:solidFill>
                  <a:srgbClr val="27BADD"/>
                </a:solidFill>
                <a:latin typeface="Menlo-Italic" charset="0"/>
              </a:rPr>
              <a:t>any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, </a:t>
            </a:r>
            <a:r>
              <a:rPr lang="en-US" sz="1961" i="1" dirty="0">
                <a:solidFill>
                  <a:srgbClr val="27BADD"/>
                </a:solidFill>
                <a:latin typeface="Menlo-Italic" charset="0"/>
              </a:rPr>
              <a:t>any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&gt; {</a:t>
            </a:r>
          </a:p>
          <a:p>
            <a:r>
              <a:rPr lang="pl-PL" sz="1961" dirty="0">
                <a:solidFill>
                  <a:srgbClr val="000000"/>
                </a:solidFill>
                <a:latin typeface="Menlo-Regular" charset="0"/>
              </a:rPr>
              <a:t>    </a:t>
            </a:r>
            <a:r>
              <a:rPr lang="pl-PL" sz="1961" dirty="0" err="1">
                <a:solidFill>
                  <a:srgbClr val="5AA314"/>
                </a:solidFill>
                <a:latin typeface="Menlo-Regular" charset="0"/>
              </a:rPr>
              <a:t>render</a:t>
            </a:r>
            <a:r>
              <a:rPr lang="pl-PL" sz="1961" dirty="0">
                <a:solidFill>
                  <a:srgbClr val="000000"/>
                </a:solidFill>
                <a:latin typeface="Menlo-Regular" charset="0"/>
              </a:rPr>
              <a:t>() {</a:t>
            </a:r>
          </a:p>
          <a:p>
            <a:r>
              <a:rPr lang="pl-PL" sz="1961" dirty="0">
                <a:solidFill>
                  <a:srgbClr val="000000"/>
                </a:solidFill>
                <a:latin typeface="Menlo-Regular" charset="0"/>
              </a:rPr>
              <a:t>        </a:t>
            </a:r>
            <a:r>
              <a:rPr lang="pl-PL" sz="1961" dirty="0">
                <a:solidFill>
                  <a:srgbClr val="F4005F"/>
                </a:solidFill>
                <a:latin typeface="Menlo-Regular" charset="0"/>
              </a:rPr>
              <a:t>return</a:t>
            </a:r>
            <a:r>
              <a:rPr lang="pl-PL" sz="1961" dirty="0">
                <a:solidFill>
                  <a:srgbClr val="000000"/>
                </a:solidFill>
                <a:latin typeface="Menlo-Regular" charset="0"/>
              </a:rPr>
              <a:t> &lt;</a:t>
            </a:r>
            <a:r>
              <a:rPr lang="pl-PL" sz="1961" dirty="0">
                <a:solidFill>
                  <a:srgbClr val="F4005F"/>
                </a:solidFill>
                <a:latin typeface="Menlo-Regular" charset="0"/>
              </a:rPr>
              <a:t>h4</a:t>
            </a:r>
            <a:r>
              <a:rPr lang="pl-PL" sz="1961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pl-PL" sz="1961" dirty="0" err="1">
                <a:solidFill>
                  <a:srgbClr val="5AA314"/>
                </a:solidFill>
                <a:latin typeface="Menlo-Regular" charset="0"/>
              </a:rPr>
              <a:t>className</a:t>
            </a:r>
            <a:r>
              <a:rPr lang="pl-PL" sz="1961" dirty="0">
                <a:solidFill>
                  <a:srgbClr val="F4005F"/>
                </a:solidFill>
                <a:latin typeface="Menlo-Regular" charset="0"/>
              </a:rPr>
              <a:t>=</a:t>
            </a:r>
            <a:r>
              <a:rPr lang="pl-PL" sz="1961" dirty="0">
                <a:solidFill>
                  <a:srgbClr val="EC4307"/>
                </a:solidFill>
                <a:latin typeface="Menlo-Regular" charset="0"/>
              </a:rPr>
              <a:t>"</a:t>
            </a:r>
            <a:r>
              <a:rPr lang="pl-PL" sz="1961" dirty="0" err="1">
                <a:solidFill>
                  <a:srgbClr val="EC4307"/>
                </a:solidFill>
                <a:latin typeface="Menlo-Regular" charset="0"/>
              </a:rPr>
              <a:t>title</a:t>
            </a:r>
            <a:r>
              <a:rPr lang="pl-PL" sz="1961" dirty="0">
                <a:solidFill>
                  <a:srgbClr val="EC4307"/>
                </a:solidFill>
                <a:latin typeface="Menlo-Regular" charset="0"/>
              </a:rPr>
              <a:t>"</a:t>
            </a:r>
            <a:r>
              <a:rPr lang="pl-PL" sz="1961" dirty="0">
                <a:solidFill>
                  <a:srgbClr val="000000"/>
                </a:solidFill>
                <a:latin typeface="Menlo-Regular" charset="0"/>
              </a:rPr>
              <a:t>&gt;</a:t>
            </a:r>
            <a:r>
              <a:rPr lang="pl-PL" sz="1961" dirty="0" err="1">
                <a:solidFill>
                  <a:srgbClr val="000000"/>
                </a:solidFill>
                <a:latin typeface="Menlo-Regular" charset="0"/>
              </a:rPr>
              <a:t>Sample</a:t>
            </a:r>
            <a:r>
              <a:rPr lang="pl-PL" sz="1961" dirty="0">
                <a:solidFill>
                  <a:srgbClr val="000000"/>
                </a:solidFill>
                <a:latin typeface="Menlo-Regular" charset="0"/>
              </a:rPr>
              <a:t>&lt;/</a:t>
            </a:r>
            <a:r>
              <a:rPr lang="pl-PL" sz="1961" dirty="0">
                <a:solidFill>
                  <a:srgbClr val="F4005F"/>
                </a:solidFill>
                <a:latin typeface="Menlo-Regular" charset="0"/>
              </a:rPr>
              <a:t>h4</a:t>
            </a:r>
            <a:r>
              <a:rPr lang="pl-PL" sz="1961" dirty="0">
                <a:solidFill>
                  <a:srgbClr val="000000"/>
                </a:solidFill>
                <a:latin typeface="Menlo-Regular" charset="0"/>
              </a:rPr>
              <a:t>&gt;</a:t>
            </a:r>
          </a:p>
          <a:p>
            <a:r>
              <a:rPr lang="is-IS" sz="1961" dirty="0">
                <a:solidFill>
                  <a:srgbClr val="000000"/>
                </a:solidFill>
                <a:latin typeface="Menlo-Regular" charset="0"/>
              </a:rPr>
              <a:t>    }</a:t>
            </a:r>
          </a:p>
          <a:p>
            <a:r>
              <a:rPr lang="is-IS" sz="1961" dirty="0">
                <a:solidFill>
                  <a:srgbClr val="000000"/>
                </a:solidFill>
                <a:latin typeface="Menlo-Regular" charset="0"/>
              </a:rPr>
              <a:t>}</a:t>
            </a:r>
          </a:p>
          <a:p>
            <a:endParaRPr lang="is-IS" sz="1961" dirty="0">
              <a:solidFill>
                <a:srgbClr val="000000"/>
              </a:solidFill>
              <a:latin typeface="Menlo-Regular" charset="0"/>
            </a:endParaRPr>
          </a:p>
          <a:p>
            <a:endParaRPr lang="is-IS" sz="1961" dirty="0">
              <a:solidFill>
                <a:srgbClr val="000000"/>
              </a:solidFill>
              <a:latin typeface="Menlo-Regular" charset="0"/>
            </a:endParaRPr>
          </a:p>
          <a:p>
            <a:endParaRPr lang="en-US" sz="1961" dirty="0">
              <a:latin typeface="Consolas" charset="0"/>
              <a:ea typeface="Consolas" charset="0"/>
              <a:cs typeface="Consolas" charset="0"/>
            </a:endParaRPr>
          </a:p>
        </p:txBody>
      </p:sp>
      <p:sp>
        <p:nvSpPr>
          <p:cNvPr id="4" name="Rectangle 3"/>
          <p:cNvSpPr/>
          <p:nvPr/>
        </p:nvSpPr>
        <p:spPr bwMode="auto">
          <a:xfrm>
            <a:off x="2940854" y="2797043"/>
            <a:ext cx="1482442" cy="352962"/>
          </a:xfrm>
          <a:prstGeom prst="rect">
            <a:avLst/>
          </a:prstGeom>
          <a:noFill/>
          <a:ln w="76200"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79285" tIns="143428" rIns="179285" bIns="14342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1410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353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947194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for =&gt; </a:t>
            </a:r>
            <a:r>
              <a:rPr lang="en-US" dirty="0" err="1" smtClean="0"/>
              <a:t>htmlFor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 wrap="none">
            <a:noAutofit/>
          </a:bodyPr>
          <a:lstStyle/>
          <a:p>
            <a:r>
              <a:rPr lang="en-US" sz="1961" dirty="0">
                <a:solidFill>
                  <a:srgbClr val="F4005F"/>
                </a:solidFill>
                <a:latin typeface="Menlo-Regular" charset="0"/>
              </a:rPr>
              <a:t>import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961" dirty="0">
                <a:solidFill>
                  <a:srgbClr val="9D65FF"/>
                </a:solidFill>
                <a:latin typeface="Menlo-Regular" charset="0"/>
              </a:rPr>
              <a:t>*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961" dirty="0">
                <a:solidFill>
                  <a:srgbClr val="F4005F"/>
                </a:solidFill>
                <a:latin typeface="Menlo-Regular" charset="0"/>
              </a:rPr>
              <a:t>as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 React </a:t>
            </a:r>
            <a:r>
              <a:rPr lang="en-US" sz="1961" dirty="0">
                <a:solidFill>
                  <a:srgbClr val="F4005F"/>
                </a:solidFill>
                <a:latin typeface="Menlo-Regular" charset="0"/>
              </a:rPr>
              <a:t>from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961" dirty="0">
                <a:solidFill>
                  <a:srgbClr val="EC4307"/>
                </a:solidFill>
                <a:latin typeface="Menlo-Regular" charset="0"/>
              </a:rPr>
              <a:t>'react'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;</a:t>
            </a:r>
          </a:p>
          <a:p>
            <a:endParaRPr lang="en-US" sz="1961" dirty="0">
              <a:solidFill>
                <a:srgbClr val="000000"/>
              </a:solidFill>
              <a:latin typeface="Menlo-Regular" charset="0"/>
            </a:endParaRPr>
          </a:p>
          <a:p>
            <a:r>
              <a:rPr lang="en-US" sz="1961" dirty="0">
                <a:solidFill>
                  <a:srgbClr val="F4005F"/>
                </a:solidFill>
                <a:latin typeface="Menlo-Regular" charset="0"/>
              </a:rPr>
              <a:t>export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961" dirty="0">
                <a:solidFill>
                  <a:srgbClr val="F4005F"/>
                </a:solidFill>
                <a:latin typeface="Menlo-Regular" charset="0"/>
              </a:rPr>
              <a:t>default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961" i="1" dirty="0">
                <a:solidFill>
                  <a:srgbClr val="27BADD"/>
                </a:solidFill>
                <a:latin typeface="Menlo-Italic" charset="0"/>
              </a:rPr>
              <a:t>class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 Sample </a:t>
            </a:r>
            <a:r>
              <a:rPr lang="en-US" sz="1961" dirty="0">
                <a:solidFill>
                  <a:srgbClr val="F4005F"/>
                </a:solidFill>
                <a:latin typeface="Menlo-Regular" charset="0"/>
              </a:rPr>
              <a:t>extends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961" dirty="0" err="1">
                <a:solidFill>
                  <a:srgbClr val="000000"/>
                </a:solidFill>
                <a:latin typeface="Menlo-Regular" charset="0"/>
              </a:rPr>
              <a:t>React.</a:t>
            </a:r>
            <a:r>
              <a:rPr lang="en-US" sz="1961" i="1" dirty="0" err="1">
                <a:solidFill>
                  <a:srgbClr val="5AA314"/>
                </a:solidFill>
                <a:latin typeface="Menlo-Italic" charset="0"/>
              </a:rPr>
              <a:t>Component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&lt;</a:t>
            </a:r>
            <a:r>
              <a:rPr lang="en-US" sz="1961" i="1" dirty="0">
                <a:solidFill>
                  <a:srgbClr val="27BADD"/>
                </a:solidFill>
                <a:latin typeface="Menlo-Italic" charset="0"/>
              </a:rPr>
              <a:t>any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, </a:t>
            </a:r>
            <a:r>
              <a:rPr lang="en-US" sz="1961" i="1" dirty="0">
                <a:solidFill>
                  <a:srgbClr val="27BADD"/>
                </a:solidFill>
                <a:latin typeface="Menlo-Italic" charset="0"/>
              </a:rPr>
              <a:t>any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&gt; {</a:t>
            </a:r>
          </a:p>
          <a:p>
            <a:r>
              <a:rPr lang="pl-PL" sz="1961" dirty="0">
                <a:solidFill>
                  <a:srgbClr val="000000"/>
                </a:solidFill>
                <a:latin typeface="Menlo-Regular" charset="0"/>
              </a:rPr>
              <a:t>    </a:t>
            </a:r>
            <a:r>
              <a:rPr lang="pl-PL" sz="1961" dirty="0" err="1">
                <a:solidFill>
                  <a:srgbClr val="5AA314"/>
                </a:solidFill>
                <a:latin typeface="Menlo-Regular" charset="0"/>
              </a:rPr>
              <a:t>render</a:t>
            </a:r>
            <a:r>
              <a:rPr lang="pl-PL" sz="1961" dirty="0">
                <a:solidFill>
                  <a:srgbClr val="000000"/>
                </a:solidFill>
                <a:latin typeface="Menlo-Regular" charset="0"/>
              </a:rPr>
              <a:t>() {</a:t>
            </a:r>
          </a:p>
          <a:p>
            <a:r>
              <a:rPr lang="is-IS" sz="1961" dirty="0">
                <a:solidFill>
                  <a:srgbClr val="000000"/>
                </a:solidFill>
                <a:latin typeface="Menlo-Regular" charset="0"/>
              </a:rPr>
              <a:t>        </a:t>
            </a:r>
            <a:r>
              <a:rPr lang="is-IS" sz="1961" dirty="0">
                <a:solidFill>
                  <a:srgbClr val="F4005F"/>
                </a:solidFill>
                <a:latin typeface="Menlo-Regular" charset="0"/>
              </a:rPr>
              <a:t>return</a:t>
            </a:r>
            <a:r>
              <a:rPr lang="is-IS" sz="1961" dirty="0">
                <a:solidFill>
                  <a:srgbClr val="000000"/>
                </a:solidFill>
                <a:latin typeface="Menlo-Regular" charset="0"/>
              </a:rPr>
              <a:t> (</a:t>
            </a:r>
          </a:p>
          <a:p>
            <a:r>
              <a:rPr lang="is-IS" sz="1961" dirty="0">
                <a:solidFill>
                  <a:srgbClr val="000000"/>
                </a:solidFill>
                <a:latin typeface="Menlo-Regular" charset="0"/>
              </a:rPr>
              <a:t>            &lt;</a:t>
            </a:r>
            <a:r>
              <a:rPr lang="is-IS" sz="1961" dirty="0">
                <a:solidFill>
                  <a:srgbClr val="F4005F"/>
                </a:solidFill>
                <a:latin typeface="Menlo-Regular" charset="0"/>
              </a:rPr>
              <a:t>div</a:t>
            </a:r>
            <a:r>
              <a:rPr lang="is-IS" sz="1961" dirty="0">
                <a:solidFill>
                  <a:srgbClr val="000000"/>
                </a:solidFill>
                <a:latin typeface="Menlo-Regular" charset="0"/>
              </a:rPr>
              <a:t>&gt;</a:t>
            </a:r>
          </a:p>
          <a:p>
            <a:r>
              <a:rPr lang="is-IS" sz="1961" dirty="0">
                <a:solidFill>
                  <a:srgbClr val="000000"/>
                </a:solidFill>
                <a:latin typeface="Menlo-Regular" charset="0"/>
              </a:rPr>
              <a:t>                &lt;</a:t>
            </a:r>
            <a:r>
              <a:rPr lang="is-IS" sz="1961" dirty="0">
                <a:solidFill>
                  <a:srgbClr val="F4005F"/>
                </a:solidFill>
                <a:latin typeface="Menlo-Regular" charset="0"/>
              </a:rPr>
              <a:t>label</a:t>
            </a:r>
            <a:r>
              <a:rPr lang="is-IS" sz="1961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is-IS" sz="1961" dirty="0">
                <a:solidFill>
                  <a:srgbClr val="5AA314"/>
                </a:solidFill>
                <a:latin typeface="Menlo-Regular" charset="0"/>
              </a:rPr>
              <a:t>htmlFor</a:t>
            </a:r>
            <a:r>
              <a:rPr lang="is-IS" sz="1961" dirty="0">
                <a:solidFill>
                  <a:srgbClr val="F4005F"/>
                </a:solidFill>
                <a:latin typeface="Menlo-Regular" charset="0"/>
              </a:rPr>
              <a:t>=</a:t>
            </a:r>
            <a:r>
              <a:rPr lang="is-IS" sz="1961" dirty="0">
                <a:solidFill>
                  <a:srgbClr val="EC4307"/>
                </a:solidFill>
                <a:latin typeface="Menlo-Regular" charset="0"/>
              </a:rPr>
              <a:t>"url"</a:t>
            </a:r>
            <a:r>
              <a:rPr lang="is-IS" sz="1961" dirty="0">
                <a:solidFill>
                  <a:srgbClr val="000000"/>
                </a:solidFill>
                <a:latin typeface="Menlo-Regular" charset="0"/>
              </a:rPr>
              <a:t> /&gt;</a:t>
            </a:r>
          </a:p>
          <a:p>
            <a:r>
              <a:rPr lang="is-IS" sz="1961" dirty="0">
                <a:solidFill>
                  <a:srgbClr val="000000"/>
                </a:solidFill>
                <a:latin typeface="Menlo-Regular" charset="0"/>
              </a:rPr>
              <a:t>                &lt;</a:t>
            </a:r>
            <a:r>
              <a:rPr lang="is-IS" sz="1961" dirty="0">
                <a:solidFill>
                  <a:srgbClr val="F4005F"/>
                </a:solidFill>
                <a:latin typeface="Menlo-Regular" charset="0"/>
              </a:rPr>
              <a:t>input</a:t>
            </a:r>
            <a:r>
              <a:rPr lang="is-IS" sz="1961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is-IS" sz="1961" dirty="0">
                <a:solidFill>
                  <a:srgbClr val="5AA314"/>
                </a:solidFill>
                <a:latin typeface="Menlo-Regular" charset="0"/>
              </a:rPr>
              <a:t>name</a:t>
            </a:r>
            <a:r>
              <a:rPr lang="is-IS" sz="1961" dirty="0">
                <a:solidFill>
                  <a:srgbClr val="F4005F"/>
                </a:solidFill>
                <a:latin typeface="Menlo-Regular" charset="0"/>
              </a:rPr>
              <a:t>=</a:t>
            </a:r>
            <a:r>
              <a:rPr lang="is-IS" sz="1961" dirty="0">
                <a:solidFill>
                  <a:srgbClr val="EC4307"/>
                </a:solidFill>
                <a:latin typeface="Menlo-Regular" charset="0"/>
              </a:rPr>
              <a:t>"url"</a:t>
            </a:r>
            <a:r>
              <a:rPr lang="is-IS" sz="1961" dirty="0">
                <a:solidFill>
                  <a:srgbClr val="000000"/>
                </a:solidFill>
                <a:latin typeface="Menlo-Regular" charset="0"/>
              </a:rPr>
              <a:t> /&gt;</a:t>
            </a:r>
          </a:p>
          <a:p>
            <a:r>
              <a:rPr lang="is-IS" sz="1961" dirty="0">
                <a:solidFill>
                  <a:srgbClr val="000000"/>
                </a:solidFill>
                <a:latin typeface="Menlo-Regular" charset="0"/>
              </a:rPr>
              <a:t>            &lt;/</a:t>
            </a:r>
            <a:r>
              <a:rPr lang="is-IS" sz="1961" dirty="0">
                <a:solidFill>
                  <a:srgbClr val="F4005F"/>
                </a:solidFill>
                <a:latin typeface="Menlo-Regular" charset="0"/>
              </a:rPr>
              <a:t>div</a:t>
            </a:r>
            <a:r>
              <a:rPr lang="is-IS" sz="1961" dirty="0">
                <a:solidFill>
                  <a:srgbClr val="000000"/>
                </a:solidFill>
                <a:latin typeface="Menlo-Regular" charset="0"/>
              </a:rPr>
              <a:t>&gt;</a:t>
            </a:r>
          </a:p>
          <a:p>
            <a:r>
              <a:rPr lang="is-IS" sz="1961" dirty="0">
                <a:solidFill>
                  <a:srgbClr val="000000"/>
                </a:solidFill>
                <a:latin typeface="Menlo-Regular" charset="0"/>
              </a:rPr>
              <a:t>        );</a:t>
            </a:r>
          </a:p>
          <a:p>
            <a:r>
              <a:rPr lang="is-IS" sz="1961" dirty="0">
                <a:solidFill>
                  <a:srgbClr val="000000"/>
                </a:solidFill>
                <a:latin typeface="Menlo-Regular" charset="0"/>
              </a:rPr>
              <a:t>    }</a:t>
            </a:r>
          </a:p>
          <a:p>
            <a:r>
              <a:rPr lang="is-IS" sz="1961" dirty="0">
                <a:solidFill>
                  <a:srgbClr val="000000"/>
                </a:solidFill>
                <a:latin typeface="Menlo-Regular" charset="0"/>
              </a:rPr>
              <a:t>}</a:t>
            </a:r>
          </a:p>
          <a:p>
            <a:endParaRPr lang="is-IS" sz="1961" dirty="0">
              <a:solidFill>
                <a:srgbClr val="000000"/>
              </a:solidFill>
              <a:latin typeface="Menlo-Regular" charset="0"/>
            </a:endParaRPr>
          </a:p>
          <a:p>
            <a:endParaRPr lang="is-IS" sz="1961" dirty="0">
              <a:solidFill>
                <a:srgbClr val="000000"/>
              </a:solidFill>
              <a:latin typeface="Menlo-Regular" charset="0"/>
            </a:endParaRPr>
          </a:p>
          <a:p>
            <a:endParaRPr lang="en-US" sz="1961" dirty="0">
              <a:latin typeface="Consolas" charset="0"/>
              <a:ea typeface="Consolas" charset="0"/>
              <a:cs typeface="Consolas" charset="0"/>
            </a:endParaRPr>
          </a:p>
        </p:txBody>
      </p:sp>
      <p:sp>
        <p:nvSpPr>
          <p:cNvPr id="4" name="Rectangle 3"/>
          <p:cNvSpPr/>
          <p:nvPr/>
        </p:nvSpPr>
        <p:spPr bwMode="auto">
          <a:xfrm>
            <a:off x="3441047" y="3561467"/>
            <a:ext cx="1482442" cy="352962"/>
          </a:xfrm>
          <a:prstGeom prst="rect">
            <a:avLst/>
          </a:prstGeom>
          <a:noFill/>
          <a:ln w="76200"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79285" tIns="143428" rIns="179285" bIns="14342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1410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353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24704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Props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sz="1961" i="1" dirty="0">
                <a:solidFill>
                  <a:srgbClr val="27BADD"/>
                </a:solidFill>
                <a:latin typeface="Menlo-Italic" charset="0"/>
              </a:rPr>
              <a:t>class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961" dirty="0" err="1">
                <a:solidFill>
                  <a:srgbClr val="000000"/>
                </a:solidFill>
                <a:latin typeface="Menlo-Regular" charset="0"/>
              </a:rPr>
              <a:t>HeadButton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961" dirty="0">
                <a:solidFill>
                  <a:srgbClr val="F4005F"/>
                </a:solidFill>
                <a:latin typeface="Menlo-Regular" charset="0"/>
              </a:rPr>
              <a:t>extends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961" dirty="0" err="1">
                <a:solidFill>
                  <a:srgbClr val="000000"/>
                </a:solidFill>
                <a:latin typeface="Menlo-Regular" charset="0"/>
              </a:rPr>
              <a:t>React.</a:t>
            </a:r>
            <a:r>
              <a:rPr lang="en-US" sz="1961" i="1" dirty="0" err="1">
                <a:solidFill>
                  <a:srgbClr val="5AA314"/>
                </a:solidFill>
                <a:latin typeface="Menlo-Italic" charset="0"/>
              </a:rPr>
              <a:t>Component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&lt;</a:t>
            </a:r>
            <a:r>
              <a:rPr lang="en-US" sz="1961" i="1" dirty="0">
                <a:solidFill>
                  <a:srgbClr val="27BADD"/>
                </a:solidFill>
                <a:latin typeface="Menlo-Italic" charset="0"/>
              </a:rPr>
              <a:t>any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, </a:t>
            </a:r>
            <a:r>
              <a:rPr lang="en-US" sz="1961" i="1" dirty="0">
                <a:solidFill>
                  <a:srgbClr val="27BADD"/>
                </a:solidFill>
                <a:latin typeface="Menlo-Italic" charset="0"/>
              </a:rPr>
              <a:t>any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&gt; {</a:t>
            </a:r>
          </a:p>
          <a:p>
            <a:r>
              <a:rPr lang="pl-PL" sz="1961" dirty="0">
                <a:solidFill>
                  <a:srgbClr val="000000"/>
                </a:solidFill>
                <a:latin typeface="Menlo-Regular" charset="0"/>
              </a:rPr>
              <a:t>    </a:t>
            </a:r>
            <a:r>
              <a:rPr lang="pl-PL" sz="1961" dirty="0" err="1">
                <a:solidFill>
                  <a:srgbClr val="5AA314"/>
                </a:solidFill>
                <a:latin typeface="Menlo-Regular" charset="0"/>
              </a:rPr>
              <a:t>render</a:t>
            </a:r>
            <a:r>
              <a:rPr lang="pl-PL" sz="1961" dirty="0">
                <a:solidFill>
                  <a:srgbClr val="000000"/>
                </a:solidFill>
                <a:latin typeface="Menlo-Regular" charset="0"/>
              </a:rPr>
              <a:t>() {</a:t>
            </a:r>
          </a:p>
          <a:p>
            <a:r>
              <a:rPr lang="is-IS" sz="1961" dirty="0">
                <a:solidFill>
                  <a:srgbClr val="000000"/>
                </a:solidFill>
                <a:latin typeface="Menlo-Regular" charset="0"/>
              </a:rPr>
              <a:t>        </a:t>
            </a:r>
            <a:r>
              <a:rPr lang="is-IS" sz="1961" dirty="0">
                <a:solidFill>
                  <a:srgbClr val="F4005F"/>
                </a:solidFill>
                <a:latin typeface="Menlo-Regular" charset="0"/>
              </a:rPr>
              <a:t>return</a:t>
            </a:r>
            <a:r>
              <a:rPr lang="is-IS" sz="1961" dirty="0">
                <a:solidFill>
                  <a:srgbClr val="000000"/>
                </a:solidFill>
                <a:latin typeface="Menlo-Regular" charset="0"/>
              </a:rPr>
              <a:t> &lt;</a:t>
            </a:r>
            <a:r>
              <a:rPr lang="is-IS" sz="1961" dirty="0">
                <a:solidFill>
                  <a:srgbClr val="F4005F"/>
                </a:solidFill>
                <a:latin typeface="Menlo-Regular" charset="0"/>
              </a:rPr>
              <a:t>div</a:t>
            </a:r>
            <a:r>
              <a:rPr lang="is-IS" sz="1961" dirty="0">
                <a:solidFill>
                  <a:srgbClr val="000000"/>
                </a:solidFill>
                <a:latin typeface="Menlo-Regular" charset="0"/>
              </a:rPr>
              <a:t>&gt;</a:t>
            </a:r>
          </a:p>
          <a:p>
            <a:r>
              <a:rPr lang="pl-PL" sz="1961" dirty="0">
                <a:solidFill>
                  <a:srgbClr val="000000"/>
                </a:solidFill>
                <a:latin typeface="Menlo-Regular" charset="0"/>
              </a:rPr>
              <a:t>            &lt;</a:t>
            </a:r>
            <a:r>
              <a:rPr lang="pl-PL" sz="1961" dirty="0" err="1">
                <a:solidFill>
                  <a:srgbClr val="F4005F"/>
                </a:solidFill>
                <a:latin typeface="Menlo-Regular" charset="0"/>
              </a:rPr>
              <a:t>span</a:t>
            </a:r>
            <a:r>
              <a:rPr lang="pl-PL" sz="1961" dirty="0">
                <a:solidFill>
                  <a:srgbClr val="000000"/>
                </a:solidFill>
                <a:latin typeface="Menlo-Regular" charset="0"/>
              </a:rPr>
              <a:t>&gt;{</a:t>
            </a:r>
            <a:r>
              <a:rPr lang="pl-PL" sz="1961" dirty="0" err="1">
                <a:solidFill>
                  <a:srgbClr val="000000"/>
                </a:solidFill>
                <a:latin typeface="Menlo-Regular" charset="0"/>
              </a:rPr>
              <a:t>this.props.text</a:t>
            </a:r>
            <a:r>
              <a:rPr lang="pl-PL" sz="1961" dirty="0">
                <a:solidFill>
                  <a:srgbClr val="000000"/>
                </a:solidFill>
                <a:latin typeface="Menlo-Regular" charset="0"/>
              </a:rPr>
              <a:t>}&lt;/</a:t>
            </a:r>
            <a:r>
              <a:rPr lang="pl-PL" sz="1961" dirty="0" err="1">
                <a:solidFill>
                  <a:srgbClr val="F4005F"/>
                </a:solidFill>
                <a:latin typeface="Menlo-Regular" charset="0"/>
              </a:rPr>
              <a:t>span</a:t>
            </a:r>
            <a:r>
              <a:rPr lang="pl-PL" sz="1961" dirty="0">
                <a:solidFill>
                  <a:srgbClr val="000000"/>
                </a:solidFill>
                <a:latin typeface="Menlo-Regular" charset="0"/>
              </a:rPr>
              <a:t>&gt;</a:t>
            </a:r>
          </a:p>
          <a:p>
            <a:r>
              <a:rPr lang="pl-PL" sz="1961" dirty="0">
                <a:solidFill>
                  <a:srgbClr val="000000"/>
                </a:solidFill>
                <a:latin typeface="Menlo-Regular" charset="0"/>
              </a:rPr>
              <a:t>            &lt;</a:t>
            </a:r>
            <a:r>
              <a:rPr lang="pl-PL" sz="1961" dirty="0" err="1">
                <a:solidFill>
                  <a:srgbClr val="F4005F"/>
                </a:solidFill>
                <a:latin typeface="Menlo-Regular" charset="0"/>
              </a:rPr>
              <a:t>button</a:t>
            </a:r>
            <a:r>
              <a:rPr lang="pl-PL" sz="1961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pl-PL" sz="1961" dirty="0" err="1">
                <a:solidFill>
                  <a:srgbClr val="5AA314"/>
                </a:solidFill>
                <a:latin typeface="Menlo-Regular" charset="0"/>
              </a:rPr>
              <a:t>onClick</a:t>
            </a:r>
            <a:r>
              <a:rPr lang="pl-PL" sz="1961" dirty="0">
                <a:solidFill>
                  <a:srgbClr val="F4005F"/>
                </a:solidFill>
                <a:latin typeface="Menlo-Regular" charset="0"/>
              </a:rPr>
              <a:t>=</a:t>
            </a:r>
            <a:r>
              <a:rPr lang="pl-PL" sz="1961" dirty="0">
                <a:solidFill>
                  <a:srgbClr val="000000"/>
                </a:solidFill>
                <a:latin typeface="Menlo-Regular" charset="0"/>
              </a:rPr>
              <a:t>{</a:t>
            </a:r>
            <a:r>
              <a:rPr lang="pl-PL" sz="1961" dirty="0" err="1">
                <a:solidFill>
                  <a:srgbClr val="000000"/>
                </a:solidFill>
                <a:latin typeface="Menlo-Regular" charset="0"/>
              </a:rPr>
              <a:t>this.props.handleClick</a:t>
            </a:r>
            <a:r>
              <a:rPr lang="pl-PL" sz="1961" dirty="0">
                <a:solidFill>
                  <a:srgbClr val="000000"/>
                </a:solidFill>
                <a:latin typeface="Menlo-Regular" charset="0"/>
              </a:rPr>
              <a:t>}&gt;</a:t>
            </a:r>
            <a:r>
              <a:rPr lang="pl-PL" sz="1961" dirty="0" err="1">
                <a:solidFill>
                  <a:srgbClr val="000000"/>
                </a:solidFill>
                <a:latin typeface="Menlo-Regular" charset="0"/>
              </a:rPr>
              <a:t>Click</a:t>
            </a:r>
            <a:r>
              <a:rPr lang="pl-PL" sz="1961" dirty="0">
                <a:solidFill>
                  <a:srgbClr val="000000"/>
                </a:solidFill>
                <a:latin typeface="Menlo-Regular" charset="0"/>
              </a:rPr>
              <a:t> me&lt;/</a:t>
            </a:r>
            <a:r>
              <a:rPr lang="pl-PL" sz="1961" dirty="0" err="1">
                <a:solidFill>
                  <a:srgbClr val="F4005F"/>
                </a:solidFill>
                <a:latin typeface="Menlo-Regular" charset="0"/>
              </a:rPr>
              <a:t>button</a:t>
            </a:r>
            <a:r>
              <a:rPr lang="pl-PL" sz="1961" dirty="0">
                <a:solidFill>
                  <a:srgbClr val="000000"/>
                </a:solidFill>
                <a:latin typeface="Menlo-Regular" charset="0"/>
              </a:rPr>
              <a:t>&gt;</a:t>
            </a:r>
          </a:p>
          <a:p>
            <a:r>
              <a:rPr lang="is-IS" sz="1961" dirty="0">
                <a:solidFill>
                  <a:srgbClr val="000000"/>
                </a:solidFill>
                <a:latin typeface="Menlo-Regular" charset="0"/>
              </a:rPr>
              <a:t>        &lt;/</a:t>
            </a:r>
            <a:r>
              <a:rPr lang="is-IS" sz="1961" dirty="0">
                <a:solidFill>
                  <a:srgbClr val="F4005F"/>
                </a:solidFill>
                <a:latin typeface="Menlo-Regular" charset="0"/>
              </a:rPr>
              <a:t>div</a:t>
            </a:r>
            <a:r>
              <a:rPr lang="is-IS" sz="1961" dirty="0">
                <a:solidFill>
                  <a:srgbClr val="000000"/>
                </a:solidFill>
                <a:latin typeface="Menlo-Regular" charset="0"/>
              </a:rPr>
              <a:t>&gt;</a:t>
            </a:r>
          </a:p>
          <a:p>
            <a:r>
              <a:rPr lang="is-IS" sz="1961" dirty="0">
                <a:solidFill>
                  <a:srgbClr val="000000"/>
                </a:solidFill>
                <a:latin typeface="Menlo-Regular" charset="0"/>
              </a:rPr>
              <a:t>    }</a:t>
            </a:r>
          </a:p>
          <a:p>
            <a:r>
              <a:rPr lang="is-IS" sz="1961" dirty="0">
                <a:solidFill>
                  <a:srgbClr val="000000"/>
                </a:solidFill>
                <a:latin typeface="Menlo-Regular" charset="0"/>
              </a:rPr>
              <a:t>}</a:t>
            </a:r>
          </a:p>
          <a:p>
            <a:endParaRPr lang="is-IS" sz="1961" dirty="0">
              <a:solidFill>
                <a:srgbClr val="000000"/>
              </a:solidFill>
              <a:latin typeface="Menlo-Regular" charset="0"/>
            </a:endParaRPr>
          </a:p>
          <a:p>
            <a:r>
              <a:rPr lang="en-US" sz="1961" dirty="0">
                <a:solidFill>
                  <a:srgbClr val="8E8E7C"/>
                </a:solidFill>
                <a:latin typeface="Menlo-Regular" charset="0"/>
              </a:rPr>
              <a:t>// parent component</a:t>
            </a:r>
            <a:endParaRPr lang="en-US" sz="1961" dirty="0">
              <a:solidFill>
                <a:srgbClr val="000000"/>
              </a:solidFill>
              <a:latin typeface="Menlo-Regular" charset="0"/>
            </a:endParaRPr>
          </a:p>
          <a:p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&lt;</a:t>
            </a:r>
            <a:r>
              <a:rPr lang="en-US" sz="1961" dirty="0" err="1">
                <a:solidFill>
                  <a:srgbClr val="F4005F"/>
                </a:solidFill>
                <a:latin typeface="Menlo-Regular" charset="0"/>
              </a:rPr>
              <a:t>HeadButton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961" dirty="0">
                <a:solidFill>
                  <a:srgbClr val="5AA314"/>
                </a:solidFill>
                <a:latin typeface="Menlo-Regular" charset="0"/>
              </a:rPr>
              <a:t>text</a:t>
            </a:r>
            <a:r>
              <a:rPr lang="en-US" sz="1961" dirty="0">
                <a:solidFill>
                  <a:srgbClr val="F4005F"/>
                </a:solidFill>
                <a:latin typeface="Menlo-Regular" charset="0"/>
              </a:rPr>
              <a:t>=</a:t>
            </a:r>
            <a:r>
              <a:rPr lang="en-US" sz="1961" dirty="0">
                <a:solidFill>
                  <a:srgbClr val="EC4307"/>
                </a:solidFill>
                <a:latin typeface="Menlo-Regular" charset="0"/>
              </a:rPr>
              <a:t>"help goes here"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961" dirty="0" err="1">
                <a:solidFill>
                  <a:srgbClr val="5AA314"/>
                </a:solidFill>
                <a:latin typeface="Menlo-Regular" charset="0"/>
              </a:rPr>
              <a:t>handleClick</a:t>
            </a:r>
            <a:r>
              <a:rPr lang="en-US" sz="1961" dirty="0">
                <a:solidFill>
                  <a:srgbClr val="F4005F"/>
                </a:solidFill>
                <a:latin typeface="Menlo-Regular" charset="0"/>
              </a:rPr>
              <a:t>=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{</a:t>
            </a:r>
            <a:r>
              <a:rPr lang="en-US" sz="1961" i="1" dirty="0">
                <a:solidFill>
                  <a:srgbClr val="FA8419"/>
                </a:solidFill>
                <a:latin typeface="Menlo-Italic" charset="0"/>
              </a:rPr>
              <a:t>e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961" i="1" dirty="0">
                <a:solidFill>
                  <a:srgbClr val="27BADD"/>
                </a:solidFill>
                <a:latin typeface="Menlo-Italic" charset="0"/>
              </a:rPr>
              <a:t>=&gt;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961" dirty="0">
                <a:solidFill>
                  <a:srgbClr val="5AA314"/>
                </a:solidFill>
                <a:latin typeface="Menlo-Regular" charset="0"/>
              </a:rPr>
              <a:t>alert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(</a:t>
            </a:r>
            <a:r>
              <a:rPr lang="en-US" sz="1961" dirty="0">
                <a:solidFill>
                  <a:srgbClr val="EC4307"/>
                </a:solidFill>
                <a:latin typeface="Menlo-Regular" charset="0"/>
              </a:rPr>
              <a:t>'aha'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)} /&gt;</a:t>
            </a:r>
          </a:p>
          <a:p>
            <a:endParaRPr lang="en-US" sz="1961" dirty="0">
              <a:solidFill>
                <a:srgbClr val="000000"/>
              </a:solidFill>
              <a:latin typeface="Menlo-Regular" charset="0"/>
            </a:endParaRPr>
          </a:p>
          <a:p>
            <a:endParaRPr lang="en-US" sz="1961" dirty="0">
              <a:solidFill>
                <a:srgbClr val="000000"/>
              </a:solidFill>
              <a:latin typeface="Menlo-Regular" charset="0"/>
            </a:endParaRPr>
          </a:p>
          <a:p>
            <a:endParaRPr lang="en-US" sz="1961" dirty="0">
              <a:solidFill>
                <a:srgbClr val="000000"/>
              </a:solidFill>
              <a:latin typeface="Menlo-Regular" charset="0"/>
            </a:endParaRPr>
          </a:p>
          <a:p>
            <a:endParaRPr lang="en-US" sz="1961" dirty="0">
              <a:latin typeface="Consolas" charset="0"/>
              <a:ea typeface="Consolas" charset="0"/>
              <a:cs typeface="Consolas" charset="0"/>
            </a:endParaRPr>
          </a:p>
        </p:txBody>
      </p:sp>
      <p:sp>
        <p:nvSpPr>
          <p:cNvPr id="4" name="Rectangle 3"/>
          <p:cNvSpPr/>
          <p:nvPr/>
        </p:nvSpPr>
        <p:spPr bwMode="auto">
          <a:xfrm>
            <a:off x="2778154" y="2401337"/>
            <a:ext cx="2400144" cy="352962"/>
          </a:xfrm>
          <a:prstGeom prst="rect">
            <a:avLst/>
          </a:prstGeom>
          <a:noFill/>
          <a:ln w="76200"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79285" tIns="143428" rIns="179285" bIns="14342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1410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353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1860452" y="4487887"/>
            <a:ext cx="776517" cy="423555"/>
          </a:xfrm>
          <a:prstGeom prst="rect">
            <a:avLst/>
          </a:prstGeom>
          <a:noFill/>
          <a:ln w="76200"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79285" tIns="143428" rIns="179285" bIns="14342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1410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353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911443"/>
            <a:ext cx="4285101" cy="194607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 bwMode="auto">
          <a:xfrm>
            <a:off x="4248072" y="2685593"/>
            <a:ext cx="3695855" cy="352962"/>
          </a:xfrm>
          <a:prstGeom prst="rect">
            <a:avLst/>
          </a:prstGeom>
          <a:noFill/>
          <a:ln w="76200">
            <a:solidFill>
              <a:schemeClr val="accent1">
                <a:lumMod val="50000"/>
                <a:lumOff val="5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79285" tIns="143428" rIns="179285" bIns="14342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1410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353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6983439" y="4498244"/>
            <a:ext cx="2935240" cy="352962"/>
          </a:xfrm>
          <a:prstGeom prst="rect">
            <a:avLst/>
          </a:prstGeom>
          <a:noFill/>
          <a:ln w="76200">
            <a:solidFill>
              <a:schemeClr val="accent1">
                <a:lumMod val="50000"/>
                <a:lumOff val="5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79285" tIns="143428" rIns="179285" bIns="14342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1410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353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0595" y="4971267"/>
            <a:ext cx="4665746" cy="136451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8252" y="2934853"/>
            <a:ext cx="8773749" cy="1952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44612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{expression}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sz="1961" dirty="0">
                <a:solidFill>
                  <a:srgbClr val="8E8E7C"/>
                </a:solidFill>
                <a:latin typeface="Menlo-Regular" charset="0"/>
              </a:rPr>
              <a:t>// </a:t>
            </a:r>
            <a:r>
              <a:rPr lang="en-US" sz="1961" dirty="0" smtClean="0">
                <a:solidFill>
                  <a:srgbClr val="8E8E7C"/>
                </a:solidFill>
                <a:latin typeface="Menlo-Regular" charset="0"/>
              </a:rPr>
              <a:t>Evaluate</a:t>
            </a:r>
            <a:endParaRPr lang="en-US" sz="1961" dirty="0">
              <a:solidFill>
                <a:srgbClr val="000000"/>
              </a:solidFill>
              <a:latin typeface="Menlo-Regular" charset="0"/>
            </a:endParaRPr>
          </a:p>
          <a:p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{</a:t>
            </a:r>
            <a:r>
              <a:rPr lang="en-US" sz="1961" dirty="0" err="1">
                <a:solidFill>
                  <a:srgbClr val="000000"/>
                </a:solidFill>
                <a:latin typeface="Menlo-Regular" charset="0"/>
              </a:rPr>
              <a:t>this.props.text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}</a:t>
            </a:r>
          </a:p>
          <a:p>
            <a:endParaRPr lang="en-US" sz="1961" dirty="0">
              <a:solidFill>
                <a:srgbClr val="000000"/>
              </a:solidFill>
              <a:latin typeface="Menlo-Regular" charset="0"/>
            </a:endParaRPr>
          </a:p>
          <a:p>
            <a:r>
              <a:rPr lang="en-US" sz="1961" dirty="0">
                <a:solidFill>
                  <a:srgbClr val="8E8E7C"/>
                </a:solidFill>
                <a:latin typeface="Menlo-Regular" charset="0"/>
              </a:rPr>
              <a:t>// string interpolation</a:t>
            </a:r>
            <a:endParaRPr lang="en-US" sz="1961" dirty="0">
              <a:solidFill>
                <a:srgbClr val="000000"/>
              </a:solidFill>
              <a:latin typeface="Menlo-Regular" charset="0"/>
            </a:endParaRPr>
          </a:p>
          <a:p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{</a:t>
            </a:r>
            <a:r>
              <a:rPr lang="en-US" sz="1961" dirty="0">
                <a:solidFill>
                  <a:srgbClr val="EC4307"/>
                </a:solidFill>
                <a:latin typeface="Menlo-Regular" charset="0"/>
              </a:rPr>
              <a:t>`Value of x is ${x}`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}</a:t>
            </a:r>
          </a:p>
          <a:p>
            <a:endParaRPr lang="en-US" sz="1961" dirty="0">
              <a:solidFill>
                <a:srgbClr val="000000"/>
              </a:solidFill>
              <a:latin typeface="Menlo-Regular" charset="0"/>
            </a:endParaRPr>
          </a:p>
          <a:p>
            <a:endParaRPr lang="en-US" sz="1961" dirty="0">
              <a:solidFill>
                <a:srgbClr val="000000"/>
              </a:solidFill>
              <a:latin typeface="Menlo-Regular" charset="0"/>
            </a:endParaRPr>
          </a:p>
          <a:p>
            <a:r>
              <a:rPr lang="en-US" sz="1961" dirty="0">
                <a:solidFill>
                  <a:srgbClr val="8E8E7C"/>
                </a:solidFill>
                <a:latin typeface="Menlo-Regular" charset="0"/>
              </a:rPr>
              <a:t>// expressions</a:t>
            </a:r>
            <a:endParaRPr lang="en-US" sz="1961" dirty="0">
              <a:solidFill>
                <a:srgbClr val="000000"/>
              </a:solidFill>
              <a:latin typeface="Menlo-Regular" charset="0"/>
            </a:endParaRPr>
          </a:p>
          <a:p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{</a:t>
            </a:r>
            <a:r>
              <a:rPr lang="en-US" sz="1961" dirty="0" err="1">
                <a:solidFill>
                  <a:srgbClr val="000000"/>
                </a:solidFill>
                <a:latin typeface="Menlo-Regular" charset="0"/>
              </a:rPr>
              <a:t>isVisible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961" dirty="0">
                <a:solidFill>
                  <a:srgbClr val="F4005F"/>
                </a:solidFill>
                <a:latin typeface="Menlo-Regular" charset="0"/>
              </a:rPr>
              <a:t>?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 &lt;</a:t>
            </a:r>
            <a:r>
              <a:rPr lang="en-US" sz="1961" dirty="0">
                <a:solidFill>
                  <a:srgbClr val="F4005F"/>
                </a:solidFill>
                <a:latin typeface="Menlo-Regular" charset="0"/>
              </a:rPr>
              <a:t>div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 /&gt; </a:t>
            </a:r>
            <a:r>
              <a:rPr lang="en-US" sz="1961" dirty="0">
                <a:solidFill>
                  <a:srgbClr val="F4005F"/>
                </a:solidFill>
                <a:latin typeface="Menlo-Regular" charset="0"/>
              </a:rPr>
              <a:t>: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961" dirty="0">
                <a:solidFill>
                  <a:srgbClr val="9D65FF"/>
                </a:solidFill>
                <a:latin typeface="Menlo-Regular" charset="0"/>
              </a:rPr>
              <a:t>null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}</a:t>
            </a:r>
          </a:p>
          <a:p>
            <a:endParaRPr lang="en-US" sz="1961" dirty="0">
              <a:solidFill>
                <a:srgbClr val="000000"/>
              </a:solidFill>
              <a:latin typeface="Menlo-Regular" charset="0"/>
            </a:endParaRPr>
          </a:p>
          <a:p>
            <a:endParaRPr lang="en-US" sz="1961" dirty="0">
              <a:solidFill>
                <a:srgbClr val="000000"/>
              </a:solidFill>
              <a:latin typeface="Menlo-Regular" charset="0"/>
            </a:endParaRPr>
          </a:p>
          <a:p>
            <a:r>
              <a:rPr lang="is-IS" sz="1961" i="1" dirty="0">
                <a:solidFill>
                  <a:srgbClr val="27BADD"/>
                </a:solidFill>
                <a:latin typeface="Menlo-Italic" charset="0"/>
              </a:rPr>
              <a:t>let</a:t>
            </a:r>
            <a:r>
              <a:rPr lang="is-IS" sz="1961" dirty="0">
                <a:solidFill>
                  <a:srgbClr val="000000"/>
                </a:solidFill>
                <a:latin typeface="Menlo-Regular" charset="0"/>
              </a:rPr>
              <a:t> x </a:t>
            </a:r>
            <a:r>
              <a:rPr lang="is-IS" sz="1961" dirty="0">
                <a:solidFill>
                  <a:srgbClr val="F4005F"/>
                </a:solidFill>
                <a:latin typeface="Menlo-Regular" charset="0"/>
              </a:rPr>
              <a:t>=</a:t>
            </a:r>
            <a:r>
              <a:rPr lang="is-IS" sz="1961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is-IS" sz="1961" dirty="0">
                <a:solidFill>
                  <a:srgbClr val="9D65FF"/>
                </a:solidFill>
                <a:latin typeface="Menlo-Regular" charset="0"/>
              </a:rPr>
              <a:t>1</a:t>
            </a:r>
            <a:endParaRPr lang="is-IS" sz="1961" dirty="0">
              <a:solidFill>
                <a:srgbClr val="000000"/>
              </a:solidFill>
              <a:latin typeface="Menlo-Regular" charset="0"/>
            </a:endParaRPr>
          </a:p>
          <a:p>
            <a:r>
              <a:rPr lang="mr-IN" sz="1961" dirty="0">
                <a:solidFill>
                  <a:srgbClr val="8E8E7C"/>
                </a:solidFill>
                <a:latin typeface="Menlo-Regular" charset="0"/>
              </a:rPr>
              <a:t>//…</a:t>
            </a:r>
            <a:endParaRPr lang="mr-IN" sz="1961" dirty="0">
              <a:solidFill>
                <a:srgbClr val="000000"/>
              </a:solidFill>
              <a:latin typeface="Menlo-Regular" charset="0"/>
            </a:endParaRPr>
          </a:p>
          <a:p>
            <a:r>
              <a:rPr lang="en-US" sz="1961" dirty="0">
                <a:solidFill>
                  <a:srgbClr val="F4005F"/>
                </a:solidFill>
                <a:latin typeface="Menlo-Regular" charset="0"/>
              </a:rPr>
              <a:t>return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 (</a:t>
            </a:r>
          </a:p>
          <a:p>
            <a:r>
              <a:rPr lang="is-IS" sz="1961" dirty="0">
                <a:solidFill>
                  <a:srgbClr val="000000"/>
                </a:solidFill>
                <a:latin typeface="Menlo-Regular" charset="0"/>
              </a:rPr>
              <a:t>    {x}</a:t>
            </a:r>
          </a:p>
          <a:p>
            <a:r>
              <a:rPr lang="mr-IN" sz="1961" dirty="0">
                <a:solidFill>
                  <a:srgbClr val="000000"/>
                </a:solidFill>
                <a:latin typeface="Menlo-Regular" charset="0"/>
              </a:rPr>
              <a:t>)</a:t>
            </a:r>
          </a:p>
          <a:p>
            <a:endParaRPr lang="mr-IN" sz="1961" dirty="0">
              <a:solidFill>
                <a:srgbClr val="000000"/>
              </a:solidFill>
              <a:latin typeface="Menlo-Regular" charset="0"/>
            </a:endParaRPr>
          </a:p>
          <a:p>
            <a:endParaRPr lang="en-US" sz="1961" dirty="0">
              <a:latin typeface="Consolas" charset="0"/>
              <a:ea typeface="Consolas" charset="0"/>
              <a:cs typeface="Consolas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2621" y="1189494"/>
            <a:ext cx="3645300" cy="338178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8298" y="3778569"/>
            <a:ext cx="2029406" cy="49801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4543" y="3753209"/>
            <a:ext cx="2066757" cy="49801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5852" y="2121107"/>
            <a:ext cx="3947199" cy="1906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865533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Collections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&lt;</a:t>
            </a:r>
            <a:r>
              <a:rPr lang="en-US" sz="1961" dirty="0">
                <a:solidFill>
                  <a:srgbClr val="F4005F"/>
                </a:solidFill>
                <a:latin typeface="Menlo-Regular" charset="0"/>
              </a:rPr>
              <a:t>select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&gt;</a:t>
            </a:r>
          </a:p>
          <a:p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{</a:t>
            </a:r>
          </a:p>
          <a:p>
            <a:r>
              <a:rPr lang="pt-BR" sz="1961" dirty="0">
                <a:solidFill>
                  <a:srgbClr val="000000"/>
                </a:solidFill>
                <a:latin typeface="Menlo-Regular" charset="0"/>
              </a:rPr>
              <a:t>    [</a:t>
            </a:r>
            <a:r>
              <a:rPr lang="pt-BR" sz="1961" dirty="0">
                <a:solidFill>
                  <a:srgbClr val="9D65FF"/>
                </a:solidFill>
                <a:latin typeface="Menlo-Regular" charset="0"/>
              </a:rPr>
              <a:t>1</a:t>
            </a:r>
            <a:r>
              <a:rPr lang="pt-BR" sz="1961" dirty="0">
                <a:solidFill>
                  <a:srgbClr val="000000"/>
                </a:solidFill>
                <a:latin typeface="Menlo-Regular" charset="0"/>
              </a:rPr>
              <a:t>, </a:t>
            </a:r>
            <a:r>
              <a:rPr lang="pt-BR" sz="1961" dirty="0">
                <a:solidFill>
                  <a:srgbClr val="9D65FF"/>
                </a:solidFill>
                <a:latin typeface="Menlo-Regular" charset="0"/>
              </a:rPr>
              <a:t>2</a:t>
            </a:r>
            <a:r>
              <a:rPr lang="pt-BR" sz="1961" dirty="0">
                <a:solidFill>
                  <a:srgbClr val="000000"/>
                </a:solidFill>
                <a:latin typeface="Menlo-Regular" charset="0"/>
              </a:rPr>
              <a:t>, </a:t>
            </a:r>
            <a:r>
              <a:rPr lang="pt-BR" sz="1961" dirty="0">
                <a:solidFill>
                  <a:srgbClr val="9D65FF"/>
                </a:solidFill>
                <a:latin typeface="Menlo-Regular" charset="0"/>
              </a:rPr>
              <a:t>3</a:t>
            </a:r>
            <a:r>
              <a:rPr lang="pt-BR" sz="1961" dirty="0">
                <a:solidFill>
                  <a:srgbClr val="000000"/>
                </a:solidFill>
                <a:latin typeface="Menlo-Regular" charset="0"/>
              </a:rPr>
              <a:t>].</a:t>
            </a:r>
            <a:r>
              <a:rPr lang="pt-BR" sz="1961" dirty="0" err="1">
                <a:solidFill>
                  <a:srgbClr val="5AA314"/>
                </a:solidFill>
                <a:latin typeface="Menlo-Regular" charset="0"/>
              </a:rPr>
              <a:t>map</a:t>
            </a:r>
            <a:r>
              <a:rPr lang="pt-BR" sz="1961" dirty="0">
                <a:solidFill>
                  <a:srgbClr val="000000"/>
                </a:solidFill>
                <a:latin typeface="Menlo-Regular" charset="0"/>
              </a:rPr>
              <a:t>((</a:t>
            </a:r>
            <a:r>
              <a:rPr lang="pt-BR" sz="1961" i="1" dirty="0">
                <a:solidFill>
                  <a:srgbClr val="FA8419"/>
                </a:solidFill>
                <a:latin typeface="Menlo-Italic" charset="0"/>
              </a:rPr>
              <a:t>item</a:t>
            </a:r>
            <a:r>
              <a:rPr lang="pt-BR" sz="1961" dirty="0">
                <a:solidFill>
                  <a:srgbClr val="000000"/>
                </a:solidFill>
                <a:latin typeface="Menlo-Regular" charset="0"/>
              </a:rPr>
              <a:t>, </a:t>
            </a:r>
            <a:r>
              <a:rPr lang="pt-BR" sz="1961" i="1" dirty="0">
                <a:solidFill>
                  <a:srgbClr val="FA8419"/>
                </a:solidFill>
                <a:latin typeface="Menlo-Italic" charset="0"/>
              </a:rPr>
              <a:t>index</a:t>
            </a:r>
            <a:r>
              <a:rPr lang="pt-BR" sz="1961" dirty="0">
                <a:solidFill>
                  <a:srgbClr val="000000"/>
                </a:solidFill>
                <a:latin typeface="Menlo-Regular" charset="0"/>
              </a:rPr>
              <a:t>) </a:t>
            </a:r>
            <a:r>
              <a:rPr lang="pt-BR" sz="1961" i="1" dirty="0">
                <a:solidFill>
                  <a:srgbClr val="27BADD"/>
                </a:solidFill>
                <a:latin typeface="Menlo-Italic" charset="0"/>
              </a:rPr>
              <a:t>=&gt;</a:t>
            </a:r>
            <a:r>
              <a:rPr lang="pt-BR" sz="1961" dirty="0">
                <a:solidFill>
                  <a:srgbClr val="000000"/>
                </a:solidFill>
                <a:latin typeface="Menlo-Regular" charset="0"/>
              </a:rPr>
              <a:t> {</a:t>
            </a:r>
          </a:p>
          <a:p>
            <a:r>
              <a:rPr lang="pt-BR" sz="1961" dirty="0">
                <a:solidFill>
                  <a:srgbClr val="000000"/>
                </a:solidFill>
                <a:latin typeface="Menlo-Regular" charset="0"/>
              </a:rPr>
              <a:t>        </a:t>
            </a:r>
            <a:r>
              <a:rPr lang="pt-BR" sz="1961" dirty="0" err="1">
                <a:solidFill>
                  <a:srgbClr val="F4005F"/>
                </a:solidFill>
                <a:latin typeface="Menlo-Regular" charset="0"/>
              </a:rPr>
              <a:t>return</a:t>
            </a:r>
            <a:r>
              <a:rPr lang="pt-BR" sz="1961" dirty="0">
                <a:solidFill>
                  <a:srgbClr val="000000"/>
                </a:solidFill>
                <a:latin typeface="Menlo-Regular" charset="0"/>
              </a:rPr>
              <a:t> (&lt;</a:t>
            </a:r>
            <a:r>
              <a:rPr lang="pt-BR" sz="1961" dirty="0" err="1">
                <a:solidFill>
                  <a:srgbClr val="F4005F"/>
                </a:solidFill>
                <a:latin typeface="Menlo-Regular" charset="0"/>
              </a:rPr>
              <a:t>option</a:t>
            </a:r>
            <a:r>
              <a:rPr lang="pt-BR" sz="1961" dirty="0">
                <a:solidFill>
                  <a:srgbClr val="000000"/>
                </a:solidFill>
                <a:latin typeface="Menlo-Regular" charset="0"/>
              </a:rPr>
              <a:t>&gt;{item}&lt;/</a:t>
            </a:r>
            <a:r>
              <a:rPr lang="pt-BR" sz="1961" dirty="0" err="1">
                <a:solidFill>
                  <a:srgbClr val="F4005F"/>
                </a:solidFill>
                <a:latin typeface="Menlo-Regular" charset="0"/>
              </a:rPr>
              <a:t>option</a:t>
            </a:r>
            <a:r>
              <a:rPr lang="pt-BR" sz="1961" dirty="0">
                <a:solidFill>
                  <a:srgbClr val="000000"/>
                </a:solidFill>
                <a:latin typeface="Menlo-Regular" charset="0"/>
              </a:rPr>
              <a:t>&gt;);</a:t>
            </a:r>
          </a:p>
          <a:p>
            <a:r>
              <a:rPr lang="is-IS" sz="1961" dirty="0">
                <a:solidFill>
                  <a:srgbClr val="000000"/>
                </a:solidFill>
                <a:latin typeface="Menlo-Regular" charset="0"/>
              </a:rPr>
              <a:t>    })</a:t>
            </a:r>
          </a:p>
          <a:p>
            <a:r>
              <a:rPr lang="is-IS" sz="1961" dirty="0">
                <a:solidFill>
                  <a:srgbClr val="000000"/>
                </a:solidFill>
                <a:latin typeface="Menlo-Regular" charset="0"/>
              </a:rPr>
              <a:t>}</a:t>
            </a:r>
          </a:p>
          <a:p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&lt;/</a:t>
            </a:r>
            <a:r>
              <a:rPr lang="en-US" sz="1961" dirty="0">
                <a:solidFill>
                  <a:srgbClr val="F4005F"/>
                </a:solidFill>
                <a:latin typeface="Menlo-Regular" charset="0"/>
              </a:rPr>
              <a:t>select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&gt;</a:t>
            </a:r>
          </a:p>
          <a:p>
            <a:endParaRPr lang="en-US" sz="1961" dirty="0">
              <a:solidFill>
                <a:srgbClr val="000000"/>
              </a:solidFill>
              <a:latin typeface="Menlo-Regular" charset="0"/>
            </a:endParaRPr>
          </a:p>
          <a:p>
            <a:endParaRPr lang="en-US" sz="1961" dirty="0">
              <a:solidFill>
                <a:srgbClr val="F8F8F2"/>
              </a:solidFill>
              <a:latin typeface="Menlo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7031" y="3766349"/>
            <a:ext cx="4404970" cy="310606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8666" y="1182734"/>
            <a:ext cx="4805303" cy="2246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33908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Collections + </a:t>
            </a:r>
            <a:r>
              <a:rPr lang="en-US" dirty="0" smtClean="0">
                <a:latin typeface="Consolas" charset="0"/>
                <a:ea typeface="Consolas" charset="0"/>
                <a:cs typeface="Consolas" charset="0"/>
              </a:rPr>
              <a:t>key</a:t>
            </a:r>
            <a:endParaRPr lang="en-US" dirty="0">
              <a:latin typeface="Consolas" charset="0"/>
              <a:ea typeface="Consolas" charset="0"/>
              <a:cs typeface="Consolas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&lt;</a:t>
            </a:r>
            <a:r>
              <a:rPr lang="en-US" sz="1961" dirty="0">
                <a:solidFill>
                  <a:srgbClr val="F4005F"/>
                </a:solidFill>
                <a:latin typeface="Menlo-Regular" charset="0"/>
              </a:rPr>
              <a:t>select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&gt;</a:t>
            </a:r>
          </a:p>
          <a:p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{</a:t>
            </a:r>
          </a:p>
          <a:p>
            <a:r>
              <a:rPr lang="pt-BR" sz="1961" dirty="0">
                <a:solidFill>
                  <a:srgbClr val="000000"/>
                </a:solidFill>
                <a:latin typeface="Menlo-Regular" charset="0"/>
              </a:rPr>
              <a:t>    [</a:t>
            </a:r>
            <a:r>
              <a:rPr lang="pt-BR" sz="1961" dirty="0">
                <a:solidFill>
                  <a:srgbClr val="9D65FF"/>
                </a:solidFill>
                <a:latin typeface="Menlo-Regular" charset="0"/>
              </a:rPr>
              <a:t>1</a:t>
            </a:r>
            <a:r>
              <a:rPr lang="pt-BR" sz="1961" dirty="0">
                <a:solidFill>
                  <a:srgbClr val="000000"/>
                </a:solidFill>
                <a:latin typeface="Menlo-Regular" charset="0"/>
              </a:rPr>
              <a:t>, </a:t>
            </a:r>
            <a:r>
              <a:rPr lang="pt-BR" sz="1961" dirty="0">
                <a:solidFill>
                  <a:srgbClr val="9D65FF"/>
                </a:solidFill>
                <a:latin typeface="Menlo-Regular" charset="0"/>
              </a:rPr>
              <a:t>2</a:t>
            </a:r>
            <a:r>
              <a:rPr lang="pt-BR" sz="1961" dirty="0">
                <a:solidFill>
                  <a:srgbClr val="000000"/>
                </a:solidFill>
                <a:latin typeface="Menlo-Regular" charset="0"/>
              </a:rPr>
              <a:t>, </a:t>
            </a:r>
            <a:r>
              <a:rPr lang="pt-BR" sz="1961" dirty="0">
                <a:solidFill>
                  <a:srgbClr val="9D65FF"/>
                </a:solidFill>
                <a:latin typeface="Menlo-Regular" charset="0"/>
              </a:rPr>
              <a:t>3</a:t>
            </a:r>
            <a:r>
              <a:rPr lang="pt-BR" sz="1961" dirty="0">
                <a:solidFill>
                  <a:srgbClr val="000000"/>
                </a:solidFill>
                <a:latin typeface="Menlo-Regular" charset="0"/>
              </a:rPr>
              <a:t>].</a:t>
            </a:r>
            <a:r>
              <a:rPr lang="pt-BR" sz="1961" dirty="0" err="1">
                <a:solidFill>
                  <a:srgbClr val="5AA314"/>
                </a:solidFill>
                <a:latin typeface="Menlo-Regular" charset="0"/>
              </a:rPr>
              <a:t>map</a:t>
            </a:r>
            <a:r>
              <a:rPr lang="pt-BR" sz="1961" dirty="0">
                <a:solidFill>
                  <a:srgbClr val="000000"/>
                </a:solidFill>
                <a:latin typeface="Menlo-Regular" charset="0"/>
              </a:rPr>
              <a:t>((</a:t>
            </a:r>
            <a:r>
              <a:rPr lang="pt-BR" sz="1961" i="1" dirty="0">
                <a:solidFill>
                  <a:srgbClr val="FA8419"/>
                </a:solidFill>
                <a:latin typeface="Menlo-Italic" charset="0"/>
              </a:rPr>
              <a:t>item</a:t>
            </a:r>
            <a:r>
              <a:rPr lang="pt-BR" sz="1961" dirty="0">
                <a:solidFill>
                  <a:srgbClr val="000000"/>
                </a:solidFill>
                <a:latin typeface="Menlo-Regular" charset="0"/>
              </a:rPr>
              <a:t>, </a:t>
            </a:r>
            <a:r>
              <a:rPr lang="pt-BR" sz="1961" i="1" dirty="0">
                <a:solidFill>
                  <a:srgbClr val="FA8419"/>
                </a:solidFill>
                <a:latin typeface="Menlo-Italic" charset="0"/>
              </a:rPr>
              <a:t>index</a:t>
            </a:r>
            <a:r>
              <a:rPr lang="pt-BR" sz="1961" dirty="0">
                <a:solidFill>
                  <a:srgbClr val="000000"/>
                </a:solidFill>
                <a:latin typeface="Menlo-Regular" charset="0"/>
              </a:rPr>
              <a:t>) </a:t>
            </a:r>
            <a:r>
              <a:rPr lang="pt-BR" sz="1961" i="1" dirty="0">
                <a:solidFill>
                  <a:srgbClr val="27BADD"/>
                </a:solidFill>
                <a:latin typeface="Menlo-Italic" charset="0"/>
              </a:rPr>
              <a:t>=&gt;</a:t>
            </a:r>
            <a:r>
              <a:rPr lang="pt-BR" sz="1961" dirty="0">
                <a:solidFill>
                  <a:srgbClr val="000000"/>
                </a:solidFill>
                <a:latin typeface="Menlo-Regular" charset="0"/>
              </a:rPr>
              <a:t> {</a:t>
            </a:r>
          </a:p>
          <a:p>
            <a:r>
              <a:rPr lang="pt-BR" sz="1961" dirty="0">
                <a:solidFill>
                  <a:srgbClr val="000000"/>
                </a:solidFill>
                <a:latin typeface="Menlo-Regular" charset="0"/>
              </a:rPr>
              <a:t>        </a:t>
            </a:r>
            <a:r>
              <a:rPr lang="pt-BR" sz="1961" dirty="0" err="1">
                <a:solidFill>
                  <a:srgbClr val="F4005F"/>
                </a:solidFill>
                <a:latin typeface="Menlo-Regular" charset="0"/>
              </a:rPr>
              <a:t>return</a:t>
            </a:r>
            <a:r>
              <a:rPr lang="pt-BR" sz="1961" dirty="0">
                <a:solidFill>
                  <a:srgbClr val="000000"/>
                </a:solidFill>
                <a:latin typeface="Menlo-Regular" charset="0"/>
              </a:rPr>
              <a:t> (&lt;</a:t>
            </a:r>
            <a:r>
              <a:rPr lang="pt-BR" sz="1961" dirty="0" err="1">
                <a:solidFill>
                  <a:srgbClr val="F4005F"/>
                </a:solidFill>
                <a:latin typeface="Menlo-Regular" charset="0"/>
              </a:rPr>
              <a:t>option</a:t>
            </a:r>
            <a:r>
              <a:rPr lang="pt-BR" sz="1961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pt-BR" sz="1961" dirty="0" err="1">
                <a:solidFill>
                  <a:srgbClr val="5AA314"/>
                </a:solidFill>
                <a:latin typeface="Menlo-Regular" charset="0"/>
              </a:rPr>
              <a:t>key</a:t>
            </a:r>
            <a:r>
              <a:rPr lang="pt-BR" sz="1961" dirty="0">
                <a:solidFill>
                  <a:srgbClr val="F4005F"/>
                </a:solidFill>
                <a:latin typeface="Menlo-Regular" charset="0"/>
              </a:rPr>
              <a:t>=</a:t>
            </a:r>
            <a:r>
              <a:rPr lang="pt-BR" sz="1961" dirty="0">
                <a:solidFill>
                  <a:srgbClr val="000000"/>
                </a:solidFill>
                <a:latin typeface="Menlo-Regular" charset="0"/>
              </a:rPr>
              <a:t>{index}&gt;{item}&lt;/</a:t>
            </a:r>
            <a:r>
              <a:rPr lang="pt-BR" sz="1961" dirty="0" err="1">
                <a:solidFill>
                  <a:srgbClr val="F4005F"/>
                </a:solidFill>
                <a:latin typeface="Menlo-Regular" charset="0"/>
              </a:rPr>
              <a:t>option</a:t>
            </a:r>
            <a:r>
              <a:rPr lang="pt-BR" sz="1961" dirty="0">
                <a:solidFill>
                  <a:srgbClr val="000000"/>
                </a:solidFill>
                <a:latin typeface="Menlo-Regular" charset="0"/>
              </a:rPr>
              <a:t>&gt;);</a:t>
            </a:r>
          </a:p>
          <a:p>
            <a:r>
              <a:rPr lang="is-IS" sz="1961" dirty="0">
                <a:solidFill>
                  <a:srgbClr val="000000"/>
                </a:solidFill>
                <a:latin typeface="Menlo-Regular" charset="0"/>
              </a:rPr>
              <a:t>    })</a:t>
            </a:r>
          </a:p>
          <a:p>
            <a:r>
              <a:rPr lang="is-IS" sz="1961" dirty="0">
                <a:solidFill>
                  <a:srgbClr val="000000"/>
                </a:solidFill>
                <a:latin typeface="Menlo-Regular" charset="0"/>
              </a:rPr>
              <a:t>}</a:t>
            </a:r>
          </a:p>
          <a:p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&lt;/</a:t>
            </a:r>
            <a:r>
              <a:rPr lang="en-US" sz="1961" dirty="0">
                <a:solidFill>
                  <a:srgbClr val="F4005F"/>
                </a:solidFill>
                <a:latin typeface="Menlo-Regular" charset="0"/>
              </a:rPr>
              <a:t>select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&gt;</a:t>
            </a:r>
          </a:p>
          <a:p>
            <a:endParaRPr lang="en-US" sz="1961" dirty="0">
              <a:solidFill>
                <a:srgbClr val="000000"/>
              </a:solidFill>
              <a:latin typeface="Menlo-Regular" charset="0"/>
            </a:endParaRPr>
          </a:p>
          <a:p>
            <a:endParaRPr lang="en-US" sz="1961" dirty="0">
              <a:solidFill>
                <a:srgbClr val="F8F8F2"/>
              </a:solidFill>
              <a:latin typeface="Menlo" charset="0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4243791" y="2393506"/>
            <a:ext cx="1200072" cy="352962"/>
          </a:xfrm>
          <a:prstGeom prst="rect">
            <a:avLst/>
          </a:prstGeom>
          <a:noFill/>
          <a:ln w="76200"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79285" tIns="143428" rIns="179285" bIns="14342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1410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353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1332" y="2746468"/>
            <a:ext cx="5460668" cy="4125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22106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Props aka properties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Parent -&gt; child</a:t>
            </a:r>
            <a:endParaRPr lang="en-US" dirty="0"/>
          </a:p>
          <a:p>
            <a:r>
              <a:rPr lang="en-US" dirty="0" smtClean="0"/>
              <a:t>Send functions as callbacks</a:t>
            </a:r>
            <a:endParaRPr lang="en-US" dirty="0"/>
          </a:p>
          <a:p>
            <a:endParaRPr lang="en-US" dirty="0"/>
          </a:p>
          <a:p>
            <a:r>
              <a:rPr lang="en-US" dirty="0" smtClean="0"/>
              <a:t>Parent has everything child needs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36362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State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Autofit/>
          </a:bodyPr>
          <a:lstStyle/>
          <a:p>
            <a:r>
              <a:rPr lang="en-US" sz="1961" i="1" dirty="0">
                <a:solidFill>
                  <a:srgbClr val="27BADD"/>
                </a:solidFill>
                <a:latin typeface="Menlo-Italic" charset="0"/>
              </a:rPr>
              <a:t>class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 Sample </a:t>
            </a:r>
            <a:r>
              <a:rPr lang="en-US" sz="1961" dirty="0">
                <a:solidFill>
                  <a:srgbClr val="F4005F"/>
                </a:solidFill>
                <a:latin typeface="Menlo-Regular" charset="0"/>
              </a:rPr>
              <a:t>extends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961" dirty="0" err="1">
                <a:solidFill>
                  <a:srgbClr val="000000"/>
                </a:solidFill>
                <a:latin typeface="Menlo-Regular" charset="0"/>
              </a:rPr>
              <a:t>React.</a:t>
            </a:r>
            <a:r>
              <a:rPr lang="en-US" sz="1961" i="1" dirty="0" err="1">
                <a:solidFill>
                  <a:srgbClr val="5AA314"/>
                </a:solidFill>
                <a:latin typeface="Menlo-Italic" charset="0"/>
              </a:rPr>
              <a:t>Component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&lt;</a:t>
            </a:r>
            <a:r>
              <a:rPr lang="en-US" sz="1961" i="1" dirty="0">
                <a:solidFill>
                  <a:srgbClr val="27BADD"/>
                </a:solidFill>
                <a:latin typeface="Menlo-Italic" charset="0"/>
              </a:rPr>
              <a:t>any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, </a:t>
            </a:r>
            <a:r>
              <a:rPr lang="en-US" sz="1961" i="1" dirty="0">
                <a:solidFill>
                  <a:srgbClr val="27BADD"/>
                </a:solidFill>
                <a:latin typeface="Menlo-Italic" charset="0"/>
              </a:rPr>
              <a:t>any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&gt; {</a:t>
            </a:r>
          </a:p>
          <a:p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    </a:t>
            </a:r>
            <a:r>
              <a:rPr lang="en-US" sz="1961" i="1" dirty="0">
                <a:solidFill>
                  <a:srgbClr val="27BADD"/>
                </a:solidFill>
                <a:latin typeface="Menlo-Italic" charset="0"/>
              </a:rPr>
              <a:t>constructor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(</a:t>
            </a:r>
            <a:r>
              <a:rPr lang="en-US" sz="1961" i="1" dirty="0">
                <a:solidFill>
                  <a:srgbClr val="FA8419"/>
                </a:solidFill>
                <a:latin typeface="Menlo-Italic" charset="0"/>
              </a:rPr>
              <a:t>props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) {</a:t>
            </a:r>
          </a:p>
          <a:p>
            <a:r>
              <a:rPr lang="pl-PL" sz="1961" dirty="0">
                <a:solidFill>
                  <a:srgbClr val="000000"/>
                </a:solidFill>
                <a:latin typeface="Menlo-Regular" charset="0"/>
              </a:rPr>
              <a:t>        super(</a:t>
            </a:r>
            <a:r>
              <a:rPr lang="pl-PL" sz="1961" dirty="0" err="1">
                <a:solidFill>
                  <a:srgbClr val="000000"/>
                </a:solidFill>
                <a:latin typeface="Menlo-Regular" charset="0"/>
              </a:rPr>
              <a:t>props</a:t>
            </a:r>
            <a:r>
              <a:rPr lang="pl-PL" sz="1961" dirty="0">
                <a:solidFill>
                  <a:srgbClr val="000000"/>
                </a:solidFill>
                <a:latin typeface="Menlo-Regular" charset="0"/>
              </a:rPr>
              <a:t>)</a:t>
            </a:r>
          </a:p>
          <a:p>
            <a:r>
              <a:rPr lang="pl-PL" sz="1961" dirty="0">
                <a:solidFill>
                  <a:srgbClr val="000000"/>
                </a:solidFill>
                <a:latin typeface="Menlo-Regular" charset="0"/>
              </a:rPr>
              <a:t>        </a:t>
            </a:r>
            <a:r>
              <a:rPr lang="pl-PL" sz="1961" dirty="0" err="1">
                <a:solidFill>
                  <a:srgbClr val="000000"/>
                </a:solidFill>
                <a:latin typeface="Menlo-Regular" charset="0"/>
              </a:rPr>
              <a:t>this.state</a:t>
            </a:r>
            <a:r>
              <a:rPr lang="pl-PL" sz="1961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pl-PL" sz="1961" dirty="0">
                <a:solidFill>
                  <a:srgbClr val="F4005F"/>
                </a:solidFill>
                <a:latin typeface="Menlo-Regular" charset="0"/>
              </a:rPr>
              <a:t>=</a:t>
            </a:r>
            <a:r>
              <a:rPr lang="pl-PL" sz="1961" dirty="0">
                <a:solidFill>
                  <a:srgbClr val="000000"/>
                </a:solidFill>
                <a:latin typeface="Menlo-Regular" charset="0"/>
              </a:rPr>
              <a:t> {</a:t>
            </a:r>
          </a:p>
          <a:p>
            <a:r>
              <a:rPr lang="pl-PL" sz="1961" dirty="0">
                <a:solidFill>
                  <a:srgbClr val="000000"/>
                </a:solidFill>
                <a:latin typeface="Menlo-Regular" charset="0"/>
              </a:rPr>
              <a:t>            </a:t>
            </a:r>
            <a:r>
              <a:rPr lang="pl-PL" sz="1961" dirty="0" err="1">
                <a:solidFill>
                  <a:srgbClr val="000000"/>
                </a:solidFill>
                <a:latin typeface="Menlo-Regular" charset="0"/>
              </a:rPr>
              <a:t>text</a:t>
            </a:r>
            <a:r>
              <a:rPr lang="pl-PL" sz="1961" dirty="0">
                <a:solidFill>
                  <a:srgbClr val="000000"/>
                </a:solidFill>
                <a:latin typeface="Menlo-Regular" charset="0"/>
              </a:rPr>
              <a:t>: </a:t>
            </a:r>
            <a:r>
              <a:rPr lang="pl-PL" sz="1961" dirty="0">
                <a:solidFill>
                  <a:srgbClr val="EC4307"/>
                </a:solidFill>
                <a:latin typeface="Menlo-Regular" charset="0"/>
              </a:rPr>
              <a:t>'start'</a:t>
            </a:r>
            <a:endParaRPr lang="pl-PL" sz="1961" dirty="0">
              <a:solidFill>
                <a:srgbClr val="000000"/>
              </a:solidFill>
              <a:latin typeface="Menlo-Regular" charset="0"/>
            </a:endParaRPr>
          </a:p>
          <a:p>
            <a:r>
              <a:rPr lang="is-IS" sz="1961" dirty="0">
                <a:solidFill>
                  <a:srgbClr val="000000"/>
                </a:solidFill>
                <a:latin typeface="Menlo-Regular" charset="0"/>
              </a:rPr>
              <a:t>        }</a:t>
            </a:r>
          </a:p>
          <a:p>
            <a:r>
              <a:rPr lang="is-IS" sz="1961" dirty="0">
                <a:solidFill>
                  <a:srgbClr val="000000"/>
                </a:solidFill>
                <a:latin typeface="Menlo-Regular" charset="0"/>
              </a:rPr>
              <a:t>    } </a:t>
            </a:r>
          </a:p>
          <a:p>
            <a:endParaRPr lang="is-IS" sz="1961" dirty="0">
              <a:solidFill>
                <a:srgbClr val="000000"/>
              </a:solidFill>
              <a:latin typeface="Menlo-Regular" charset="0"/>
            </a:endParaRPr>
          </a:p>
          <a:p>
            <a:r>
              <a:rPr lang="pl-PL" sz="1961" dirty="0">
                <a:solidFill>
                  <a:srgbClr val="000000"/>
                </a:solidFill>
                <a:latin typeface="Menlo-Regular" charset="0"/>
              </a:rPr>
              <a:t>    </a:t>
            </a:r>
            <a:r>
              <a:rPr lang="pl-PL" sz="1961" dirty="0" err="1">
                <a:solidFill>
                  <a:srgbClr val="5AA314"/>
                </a:solidFill>
                <a:latin typeface="Menlo-Regular" charset="0"/>
              </a:rPr>
              <a:t>render</a:t>
            </a:r>
            <a:r>
              <a:rPr lang="pl-PL" sz="1961" dirty="0">
                <a:solidFill>
                  <a:srgbClr val="000000"/>
                </a:solidFill>
                <a:latin typeface="Menlo-Regular" charset="0"/>
              </a:rPr>
              <a:t>() {</a:t>
            </a:r>
          </a:p>
          <a:p>
            <a:r>
              <a:rPr lang="is-IS" sz="1961" dirty="0">
                <a:solidFill>
                  <a:srgbClr val="000000"/>
                </a:solidFill>
                <a:latin typeface="Menlo-Regular" charset="0"/>
              </a:rPr>
              <a:t>        </a:t>
            </a:r>
            <a:r>
              <a:rPr lang="is-IS" sz="1961" dirty="0">
                <a:solidFill>
                  <a:srgbClr val="F4005F"/>
                </a:solidFill>
                <a:latin typeface="Menlo-Regular" charset="0"/>
              </a:rPr>
              <a:t>return</a:t>
            </a:r>
            <a:r>
              <a:rPr lang="is-IS" sz="1961" dirty="0">
                <a:solidFill>
                  <a:srgbClr val="000000"/>
                </a:solidFill>
                <a:latin typeface="Menlo-Regular" charset="0"/>
              </a:rPr>
              <a:t> (</a:t>
            </a:r>
          </a:p>
          <a:p>
            <a:r>
              <a:rPr lang="is-IS" sz="1961" dirty="0">
                <a:solidFill>
                  <a:srgbClr val="000000"/>
                </a:solidFill>
                <a:latin typeface="Menlo-Regular" charset="0"/>
              </a:rPr>
              <a:t>            &lt;</a:t>
            </a:r>
            <a:r>
              <a:rPr lang="is-IS" sz="1961" dirty="0">
                <a:solidFill>
                  <a:srgbClr val="F4005F"/>
                </a:solidFill>
                <a:latin typeface="Menlo-Regular" charset="0"/>
              </a:rPr>
              <a:t>div</a:t>
            </a:r>
            <a:r>
              <a:rPr lang="is-IS" sz="1961" dirty="0">
                <a:solidFill>
                  <a:srgbClr val="000000"/>
                </a:solidFill>
                <a:latin typeface="Menlo-Regular" charset="0"/>
              </a:rPr>
              <a:t>&gt;</a:t>
            </a:r>
          </a:p>
          <a:p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                &lt;</a:t>
            </a:r>
            <a:r>
              <a:rPr lang="en-US" sz="1961" dirty="0">
                <a:solidFill>
                  <a:srgbClr val="F4005F"/>
                </a:solidFill>
                <a:latin typeface="Menlo-Regular" charset="0"/>
              </a:rPr>
              <a:t>input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961" dirty="0">
                <a:solidFill>
                  <a:srgbClr val="5AA314"/>
                </a:solidFill>
                <a:latin typeface="Menlo-Regular" charset="0"/>
              </a:rPr>
              <a:t>type</a:t>
            </a:r>
            <a:r>
              <a:rPr lang="en-US" sz="1961" dirty="0">
                <a:solidFill>
                  <a:srgbClr val="F4005F"/>
                </a:solidFill>
                <a:latin typeface="Menlo-Regular" charset="0"/>
              </a:rPr>
              <a:t>=</a:t>
            </a:r>
            <a:r>
              <a:rPr lang="en-US" sz="1961" dirty="0">
                <a:solidFill>
                  <a:srgbClr val="EC4307"/>
                </a:solidFill>
                <a:latin typeface="Menlo-Regular" charset="0"/>
              </a:rPr>
              <a:t>"text"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961" dirty="0">
                <a:solidFill>
                  <a:srgbClr val="5AA314"/>
                </a:solidFill>
                <a:latin typeface="Menlo-Regular" charset="0"/>
              </a:rPr>
              <a:t>name</a:t>
            </a:r>
            <a:r>
              <a:rPr lang="en-US" sz="1961" dirty="0">
                <a:solidFill>
                  <a:srgbClr val="F4005F"/>
                </a:solidFill>
                <a:latin typeface="Menlo-Regular" charset="0"/>
              </a:rPr>
              <a:t>=</a:t>
            </a:r>
            <a:r>
              <a:rPr lang="en-US" sz="1961" dirty="0">
                <a:solidFill>
                  <a:srgbClr val="EC4307"/>
                </a:solidFill>
                <a:latin typeface="Menlo-Regular" charset="0"/>
              </a:rPr>
              <a:t>"text"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961" dirty="0">
                <a:solidFill>
                  <a:srgbClr val="5AA314"/>
                </a:solidFill>
                <a:latin typeface="Menlo-Regular" charset="0"/>
              </a:rPr>
              <a:t>value</a:t>
            </a:r>
            <a:r>
              <a:rPr lang="en-US" sz="1961" dirty="0">
                <a:solidFill>
                  <a:srgbClr val="F4005F"/>
                </a:solidFill>
                <a:latin typeface="Menlo-Regular" charset="0"/>
              </a:rPr>
              <a:t>=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{</a:t>
            </a:r>
            <a:r>
              <a:rPr lang="en-US" sz="1961" dirty="0" err="1">
                <a:solidFill>
                  <a:srgbClr val="000000"/>
                </a:solidFill>
                <a:latin typeface="Menlo-Regular" charset="0"/>
              </a:rPr>
              <a:t>this.state.text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} /&gt;</a:t>
            </a:r>
          </a:p>
          <a:p>
            <a:r>
              <a:rPr lang="is-IS" sz="1961" dirty="0">
                <a:solidFill>
                  <a:srgbClr val="000000"/>
                </a:solidFill>
                <a:latin typeface="Menlo-Regular" charset="0"/>
              </a:rPr>
              <a:t>            &lt;/</a:t>
            </a:r>
            <a:r>
              <a:rPr lang="is-IS" sz="1961" dirty="0">
                <a:solidFill>
                  <a:srgbClr val="F4005F"/>
                </a:solidFill>
                <a:latin typeface="Menlo-Regular" charset="0"/>
              </a:rPr>
              <a:t>div</a:t>
            </a:r>
            <a:r>
              <a:rPr lang="is-IS" sz="1961" dirty="0">
                <a:solidFill>
                  <a:srgbClr val="000000"/>
                </a:solidFill>
                <a:latin typeface="Menlo-Regular" charset="0"/>
              </a:rPr>
              <a:t>&gt;</a:t>
            </a:r>
          </a:p>
          <a:p>
            <a:r>
              <a:rPr lang="is-IS" sz="1961" dirty="0">
                <a:solidFill>
                  <a:srgbClr val="000000"/>
                </a:solidFill>
                <a:latin typeface="Menlo-Regular" charset="0"/>
              </a:rPr>
              <a:t>        );</a:t>
            </a:r>
          </a:p>
          <a:p>
            <a:r>
              <a:rPr lang="is-IS" sz="1961" dirty="0">
                <a:solidFill>
                  <a:srgbClr val="000000"/>
                </a:solidFill>
                <a:latin typeface="Menlo-Regular" charset="0"/>
              </a:rPr>
              <a:t>    }</a:t>
            </a:r>
          </a:p>
          <a:p>
            <a:r>
              <a:rPr lang="is-IS" sz="1961" dirty="0">
                <a:solidFill>
                  <a:srgbClr val="000000"/>
                </a:solidFill>
                <a:latin typeface="Menlo-Regular" charset="0"/>
              </a:rPr>
              <a:t>}</a:t>
            </a:r>
          </a:p>
          <a:p>
            <a:endParaRPr lang="is-IS" sz="1961" dirty="0">
              <a:solidFill>
                <a:srgbClr val="000000"/>
              </a:solidFill>
              <a:latin typeface="Menlo-Regular" charset="0"/>
            </a:endParaRPr>
          </a:p>
          <a:p>
            <a:endParaRPr lang="is-IS" sz="1961" dirty="0">
              <a:solidFill>
                <a:srgbClr val="000000"/>
              </a:solidFill>
              <a:latin typeface="Menlo-Regular" charset="0"/>
            </a:endParaRPr>
          </a:p>
          <a:p>
            <a:endParaRPr lang="en-US" sz="1961" dirty="0">
              <a:latin typeface="Consolas" charset="0"/>
              <a:ea typeface="Consolas" charset="0"/>
              <a:cs typeface="Consolas" charset="0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1122885" y="2255154"/>
            <a:ext cx="3106069" cy="1341257"/>
          </a:xfrm>
          <a:prstGeom prst="rect">
            <a:avLst/>
          </a:prstGeom>
          <a:noFill/>
          <a:ln w="76200"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79285" tIns="143428" rIns="179285" bIns="14342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1410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353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7980482" y="5528290"/>
            <a:ext cx="3106069" cy="352962"/>
          </a:xfrm>
          <a:prstGeom prst="rect">
            <a:avLst/>
          </a:prstGeom>
          <a:noFill/>
          <a:ln w="76200"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79285" tIns="143428" rIns="179285" bIns="14342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1410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353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9318" y="5405590"/>
            <a:ext cx="3832683" cy="1460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72760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Change state?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Autofit/>
          </a:bodyPr>
          <a:lstStyle/>
          <a:p>
            <a:r>
              <a:rPr lang="en-US" sz="1961" i="1" dirty="0">
                <a:solidFill>
                  <a:srgbClr val="27BADD"/>
                </a:solidFill>
                <a:latin typeface="Menlo-Italic" charset="0"/>
              </a:rPr>
              <a:t>class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 Sample </a:t>
            </a:r>
            <a:r>
              <a:rPr lang="en-US" sz="1961" dirty="0">
                <a:solidFill>
                  <a:srgbClr val="F4005F"/>
                </a:solidFill>
                <a:latin typeface="Menlo-Regular" charset="0"/>
              </a:rPr>
              <a:t>extends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961" dirty="0" err="1">
                <a:solidFill>
                  <a:srgbClr val="000000"/>
                </a:solidFill>
                <a:latin typeface="Menlo-Regular" charset="0"/>
              </a:rPr>
              <a:t>React.</a:t>
            </a:r>
            <a:r>
              <a:rPr lang="en-US" sz="1961" i="1" dirty="0" err="1">
                <a:solidFill>
                  <a:srgbClr val="5AA314"/>
                </a:solidFill>
                <a:latin typeface="Menlo-Italic" charset="0"/>
              </a:rPr>
              <a:t>Component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&lt;</a:t>
            </a:r>
            <a:r>
              <a:rPr lang="en-US" sz="1961" i="1" dirty="0">
                <a:solidFill>
                  <a:srgbClr val="27BADD"/>
                </a:solidFill>
                <a:latin typeface="Menlo-Italic" charset="0"/>
              </a:rPr>
              <a:t>any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, </a:t>
            </a:r>
            <a:r>
              <a:rPr lang="en-US" sz="1961" i="1" dirty="0">
                <a:solidFill>
                  <a:srgbClr val="27BADD"/>
                </a:solidFill>
                <a:latin typeface="Menlo-Italic" charset="0"/>
              </a:rPr>
              <a:t>any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&gt; {</a:t>
            </a:r>
          </a:p>
          <a:p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    </a:t>
            </a:r>
            <a:r>
              <a:rPr lang="en-US" sz="1961" i="1" dirty="0">
                <a:solidFill>
                  <a:srgbClr val="27BADD"/>
                </a:solidFill>
                <a:latin typeface="Menlo-Italic" charset="0"/>
              </a:rPr>
              <a:t>constructor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(</a:t>
            </a:r>
            <a:r>
              <a:rPr lang="en-US" sz="1961" i="1" dirty="0">
                <a:solidFill>
                  <a:srgbClr val="FA8419"/>
                </a:solidFill>
                <a:latin typeface="Menlo-Italic" charset="0"/>
              </a:rPr>
              <a:t>props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) {</a:t>
            </a:r>
          </a:p>
          <a:p>
            <a:r>
              <a:rPr lang="pl-PL" sz="1961" dirty="0">
                <a:solidFill>
                  <a:srgbClr val="000000"/>
                </a:solidFill>
                <a:latin typeface="Menlo-Regular" charset="0"/>
              </a:rPr>
              <a:t>        super(</a:t>
            </a:r>
            <a:r>
              <a:rPr lang="pl-PL" sz="1961" dirty="0" err="1">
                <a:solidFill>
                  <a:srgbClr val="000000"/>
                </a:solidFill>
                <a:latin typeface="Menlo-Regular" charset="0"/>
              </a:rPr>
              <a:t>props</a:t>
            </a:r>
            <a:r>
              <a:rPr lang="pl-PL" sz="1961" dirty="0">
                <a:solidFill>
                  <a:srgbClr val="000000"/>
                </a:solidFill>
                <a:latin typeface="Menlo-Regular" charset="0"/>
              </a:rPr>
              <a:t>)</a:t>
            </a:r>
          </a:p>
          <a:p>
            <a:r>
              <a:rPr lang="pl-PL" sz="1961" dirty="0">
                <a:solidFill>
                  <a:srgbClr val="000000"/>
                </a:solidFill>
                <a:latin typeface="Menlo-Regular" charset="0"/>
              </a:rPr>
              <a:t>        </a:t>
            </a:r>
            <a:r>
              <a:rPr lang="pl-PL" sz="1961" dirty="0" err="1">
                <a:solidFill>
                  <a:srgbClr val="000000"/>
                </a:solidFill>
                <a:latin typeface="Menlo-Regular" charset="0"/>
              </a:rPr>
              <a:t>this.state</a:t>
            </a:r>
            <a:r>
              <a:rPr lang="pl-PL" sz="1961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pl-PL" sz="1961" dirty="0">
                <a:solidFill>
                  <a:srgbClr val="F4005F"/>
                </a:solidFill>
                <a:latin typeface="Menlo-Regular" charset="0"/>
              </a:rPr>
              <a:t>=</a:t>
            </a:r>
            <a:r>
              <a:rPr lang="pl-PL" sz="1961" dirty="0">
                <a:solidFill>
                  <a:srgbClr val="000000"/>
                </a:solidFill>
                <a:latin typeface="Menlo-Regular" charset="0"/>
              </a:rPr>
              <a:t> {</a:t>
            </a:r>
          </a:p>
          <a:p>
            <a:r>
              <a:rPr lang="pl-PL" sz="1961" dirty="0">
                <a:solidFill>
                  <a:srgbClr val="000000"/>
                </a:solidFill>
                <a:latin typeface="Menlo-Regular" charset="0"/>
              </a:rPr>
              <a:t>            </a:t>
            </a:r>
            <a:r>
              <a:rPr lang="pl-PL" sz="1961" dirty="0" err="1">
                <a:solidFill>
                  <a:srgbClr val="000000"/>
                </a:solidFill>
                <a:latin typeface="Menlo-Regular" charset="0"/>
              </a:rPr>
              <a:t>text</a:t>
            </a:r>
            <a:r>
              <a:rPr lang="pl-PL" sz="1961" dirty="0">
                <a:solidFill>
                  <a:srgbClr val="000000"/>
                </a:solidFill>
                <a:latin typeface="Menlo-Regular" charset="0"/>
              </a:rPr>
              <a:t>: </a:t>
            </a:r>
            <a:r>
              <a:rPr lang="pl-PL" sz="1961" dirty="0">
                <a:solidFill>
                  <a:srgbClr val="EC4307"/>
                </a:solidFill>
                <a:latin typeface="Menlo-Regular" charset="0"/>
              </a:rPr>
              <a:t>'start'</a:t>
            </a:r>
            <a:endParaRPr lang="pl-PL" sz="1961" dirty="0">
              <a:solidFill>
                <a:srgbClr val="000000"/>
              </a:solidFill>
              <a:latin typeface="Menlo-Regular" charset="0"/>
            </a:endParaRPr>
          </a:p>
          <a:p>
            <a:r>
              <a:rPr lang="is-IS" sz="1961" dirty="0">
                <a:solidFill>
                  <a:srgbClr val="000000"/>
                </a:solidFill>
                <a:latin typeface="Menlo-Regular" charset="0"/>
              </a:rPr>
              <a:t>        }</a:t>
            </a:r>
          </a:p>
          <a:p>
            <a:r>
              <a:rPr lang="is-IS" sz="1961" dirty="0">
                <a:solidFill>
                  <a:srgbClr val="000000"/>
                </a:solidFill>
                <a:latin typeface="Menlo-Regular" charset="0"/>
              </a:rPr>
              <a:t>    }</a:t>
            </a:r>
          </a:p>
          <a:p>
            <a:endParaRPr lang="is-IS" sz="1961" dirty="0">
              <a:solidFill>
                <a:srgbClr val="000000"/>
              </a:solidFill>
              <a:latin typeface="Menlo-Regular" charset="0"/>
            </a:endParaRPr>
          </a:p>
          <a:p>
            <a:r>
              <a:rPr lang="pl-PL" sz="1961" dirty="0">
                <a:solidFill>
                  <a:srgbClr val="000000"/>
                </a:solidFill>
                <a:latin typeface="Menlo-Regular" charset="0"/>
              </a:rPr>
              <a:t>    </a:t>
            </a:r>
            <a:r>
              <a:rPr lang="pl-PL" sz="1961" dirty="0" err="1">
                <a:solidFill>
                  <a:srgbClr val="5AA314"/>
                </a:solidFill>
                <a:latin typeface="Menlo-Regular" charset="0"/>
              </a:rPr>
              <a:t>render</a:t>
            </a:r>
            <a:r>
              <a:rPr lang="pl-PL" sz="1961" dirty="0">
                <a:solidFill>
                  <a:srgbClr val="000000"/>
                </a:solidFill>
                <a:latin typeface="Menlo-Regular" charset="0"/>
              </a:rPr>
              <a:t>() {</a:t>
            </a:r>
          </a:p>
          <a:p>
            <a:r>
              <a:rPr lang="pl-PL" sz="1961" dirty="0">
                <a:solidFill>
                  <a:srgbClr val="000000"/>
                </a:solidFill>
                <a:latin typeface="Menlo-Regular" charset="0"/>
              </a:rPr>
              <a:t>        </a:t>
            </a:r>
            <a:r>
              <a:rPr lang="pl-PL" sz="1961" dirty="0">
                <a:solidFill>
                  <a:srgbClr val="F4005F"/>
                </a:solidFill>
                <a:latin typeface="Menlo-Regular" charset="0"/>
              </a:rPr>
              <a:t>return</a:t>
            </a:r>
            <a:r>
              <a:rPr lang="pl-PL" sz="1961" dirty="0">
                <a:solidFill>
                  <a:srgbClr val="000000"/>
                </a:solidFill>
                <a:latin typeface="Menlo-Regular" charset="0"/>
              </a:rPr>
              <a:t> &lt;</a:t>
            </a:r>
            <a:r>
              <a:rPr lang="pl-PL" sz="1961" dirty="0" err="1">
                <a:solidFill>
                  <a:srgbClr val="F4005F"/>
                </a:solidFill>
                <a:latin typeface="Menlo-Regular" charset="0"/>
              </a:rPr>
              <a:t>input</a:t>
            </a:r>
            <a:r>
              <a:rPr lang="pl-PL" sz="1961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pl-PL" sz="1961" dirty="0" err="1">
                <a:solidFill>
                  <a:srgbClr val="5AA314"/>
                </a:solidFill>
                <a:latin typeface="Menlo-Regular" charset="0"/>
              </a:rPr>
              <a:t>type</a:t>
            </a:r>
            <a:r>
              <a:rPr lang="pl-PL" sz="1961" dirty="0">
                <a:solidFill>
                  <a:srgbClr val="F4005F"/>
                </a:solidFill>
                <a:latin typeface="Menlo-Regular" charset="0"/>
              </a:rPr>
              <a:t>=</a:t>
            </a:r>
            <a:r>
              <a:rPr lang="pl-PL" sz="1961" dirty="0">
                <a:solidFill>
                  <a:srgbClr val="EC4307"/>
                </a:solidFill>
                <a:latin typeface="Menlo-Regular" charset="0"/>
              </a:rPr>
              <a:t>"</a:t>
            </a:r>
            <a:r>
              <a:rPr lang="pl-PL" sz="1961" dirty="0" err="1">
                <a:solidFill>
                  <a:srgbClr val="EC4307"/>
                </a:solidFill>
                <a:latin typeface="Menlo-Regular" charset="0"/>
              </a:rPr>
              <a:t>text</a:t>
            </a:r>
            <a:r>
              <a:rPr lang="pl-PL" sz="1961" dirty="0">
                <a:solidFill>
                  <a:srgbClr val="EC4307"/>
                </a:solidFill>
                <a:latin typeface="Menlo-Regular" charset="0"/>
              </a:rPr>
              <a:t>"</a:t>
            </a:r>
            <a:r>
              <a:rPr lang="pl-PL" sz="1961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pl-PL" sz="1961" dirty="0" err="1">
                <a:solidFill>
                  <a:srgbClr val="5AA314"/>
                </a:solidFill>
                <a:latin typeface="Menlo-Regular" charset="0"/>
              </a:rPr>
              <a:t>name</a:t>
            </a:r>
            <a:r>
              <a:rPr lang="pl-PL" sz="1961" dirty="0">
                <a:solidFill>
                  <a:srgbClr val="F4005F"/>
                </a:solidFill>
                <a:latin typeface="Menlo-Regular" charset="0"/>
              </a:rPr>
              <a:t>=</a:t>
            </a:r>
            <a:r>
              <a:rPr lang="pl-PL" sz="1961" dirty="0">
                <a:solidFill>
                  <a:srgbClr val="EC4307"/>
                </a:solidFill>
                <a:latin typeface="Menlo-Regular" charset="0"/>
              </a:rPr>
              <a:t>"</a:t>
            </a:r>
            <a:r>
              <a:rPr lang="pl-PL" sz="1961" dirty="0" err="1">
                <a:solidFill>
                  <a:srgbClr val="EC4307"/>
                </a:solidFill>
                <a:latin typeface="Menlo-Regular" charset="0"/>
              </a:rPr>
              <a:t>text</a:t>
            </a:r>
            <a:r>
              <a:rPr lang="pl-PL" sz="1961" dirty="0">
                <a:solidFill>
                  <a:srgbClr val="EC4307"/>
                </a:solidFill>
                <a:latin typeface="Menlo-Regular" charset="0"/>
              </a:rPr>
              <a:t>"</a:t>
            </a:r>
            <a:r>
              <a:rPr lang="pl-PL" sz="1961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pl-PL" sz="1961" dirty="0" err="1">
                <a:solidFill>
                  <a:srgbClr val="5AA314"/>
                </a:solidFill>
                <a:latin typeface="Menlo-Regular" charset="0"/>
              </a:rPr>
              <a:t>value</a:t>
            </a:r>
            <a:r>
              <a:rPr lang="pl-PL" sz="1961" dirty="0">
                <a:solidFill>
                  <a:srgbClr val="F4005F"/>
                </a:solidFill>
                <a:latin typeface="Menlo-Regular" charset="0"/>
              </a:rPr>
              <a:t>=</a:t>
            </a:r>
            <a:r>
              <a:rPr lang="pl-PL" sz="1961" dirty="0">
                <a:solidFill>
                  <a:srgbClr val="000000"/>
                </a:solidFill>
                <a:latin typeface="Menlo-Regular" charset="0"/>
              </a:rPr>
              <a:t>{</a:t>
            </a:r>
            <a:r>
              <a:rPr lang="pl-PL" sz="1961" dirty="0" err="1">
                <a:solidFill>
                  <a:srgbClr val="000000"/>
                </a:solidFill>
                <a:latin typeface="Menlo-Regular" charset="0"/>
              </a:rPr>
              <a:t>this.state.text</a:t>
            </a:r>
            <a:r>
              <a:rPr lang="pl-PL" sz="1961" dirty="0">
                <a:solidFill>
                  <a:srgbClr val="000000"/>
                </a:solidFill>
                <a:latin typeface="Menlo-Regular" charset="0"/>
              </a:rPr>
              <a:t>}</a:t>
            </a:r>
          </a:p>
          <a:p>
            <a:r>
              <a:rPr lang="is-IS" sz="1961" dirty="0">
                <a:solidFill>
                  <a:srgbClr val="000000"/>
                </a:solidFill>
                <a:latin typeface="Menlo-Regular" charset="0"/>
              </a:rPr>
              <a:t>             </a:t>
            </a:r>
            <a:r>
              <a:rPr lang="is-IS" sz="1961" dirty="0">
                <a:solidFill>
                  <a:srgbClr val="5AA314"/>
                </a:solidFill>
                <a:latin typeface="Menlo-Regular" charset="0"/>
              </a:rPr>
              <a:t>onChange</a:t>
            </a:r>
            <a:r>
              <a:rPr lang="is-IS" sz="1961" dirty="0">
                <a:solidFill>
                  <a:srgbClr val="F4005F"/>
                </a:solidFill>
                <a:latin typeface="Menlo-Regular" charset="0"/>
              </a:rPr>
              <a:t>=</a:t>
            </a:r>
            <a:r>
              <a:rPr lang="is-IS" sz="1961" dirty="0">
                <a:solidFill>
                  <a:srgbClr val="000000"/>
                </a:solidFill>
                <a:latin typeface="Menlo-Regular" charset="0"/>
              </a:rPr>
              <a:t>{</a:t>
            </a:r>
            <a:r>
              <a:rPr lang="is-IS" sz="1961" i="1" dirty="0">
                <a:solidFill>
                  <a:srgbClr val="FA8419"/>
                </a:solidFill>
                <a:latin typeface="Menlo-Italic" charset="0"/>
              </a:rPr>
              <a:t>e</a:t>
            </a:r>
            <a:r>
              <a:rPr lang="is-IS" sz="1961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is-IS" sz="1961" i="1" dirty="0">
                <a:solidFill>
                  <a:srgbClr val="27BADD"/>
                </a:solidFill>
                <a:latin typeface="Menlo-Italic" charset="0"/>
              </a:rPr>
              <a:t>=&gt;</a:t>
            </a:r>
            <a:r>
              <a:rPr lang="is-IS" sz="1961" dirty="0">
                <a:solidFill>
                  <a:srgbClr val="000000"/>
                </a:solidFill>
                <a:latin typeface="Menlo-Regular" charset="0"/>
              </a:rPr>
              <a:t> {</a:t>
            </a:r>
          </a:p>
          <a:p>
            <a:r>
              <a:rPr lang="is-IS" sz="1961" dirty="0">
                <a:solidFill>
                  <a:srgbClr val="000000"/>
                </a:solidFill>
                <a:latin typeface="Menlo-Regular" charset="0"/>
              </a:rPr>
              <a:t>                this.</a:t>
            </a:r>
            <a:r>
              <a:rPr lang="is-IS" sz="1961" dirty="0">
                <a:solidFill>
                  <a:srgbClr val="5AA314"/>
                </a:solidFill>
                <a:latin typeface="Menlo-Regular" charset="0"/>
              </a:rPr>
              <a:t>setState</a:t>
            </a:r>
            <a:r>
              <a:rPr lang="is-IS" sz="1961" dirty="0">
                <a:solidFill>
                  <a:srgbClr val="000000"/>
                </a:solidFill>
                <a:latin typeface="Menlo-Regular" charset="0"/>
              </a:rPr>
              <a:t>({ text: e.target.value});</a:t>
            </a:r>
          </a:p>
          <a:p>
            <a:r>
              <a:rPr lang="is-IS" sz="1961" dirty="0">
                <a:solidFill>
                  <a:srgbClr val="000000"/>
                </a:solidFill>
                <a:latin typeface="Menlo-Regular" charset="0"/>
              </a:rPr>
              <a:t>            }} /&gt;</a:t>
            </a:r>
          </a:p>
          <a:p>
            <a:r>
              <a:rPr lang="is-IS" sz="1961" dirty="0">
                <a:solidFill>
                  <a:srgbClr val="000000"/>
                </a:solidFill>
                <a:latin typeface="Menlo-Regular" charset="0"/>
              </a:rPr>
              <a:t>    }</a:t>
            </a:r>
          </a:p>
          <a:p>
            <a:r>
              <a:rPr lang="is-IS" sz="1961" dirty="0">
                <a:solidFill>
                  <a:srgbClr val="000000"/>
                </a:solidFill>
                <a:latin typeface="Menlo-Regular" charset="0"/>
              </a:rPr>
              <a:t>}</a:t>
            </a:r>
          </a:p>
          <a:p>
            <a:endParaRPr lang="is-IS" sz="1961" dirty="0">
              <a:solidFill>
                <a:srgbClr val="000000"/>
              </a:solidFill>
              <a:latin typeface="Menlo-Regular" charset="0"/>
            </a:endParaRPr>
          </a:p>
          <a:p>
            <a:endParaRPr lang="is-IS" sz="1961" dirty="0">
              <a:solidFill>
                <a:srgbClr val="000000"/>
              </a:solidFill>
              <a:latin typeface="Menlo-Regular" charset="0"/>
            </a:endParaRPr>
          </a:p>
          <a:p>
            <a:endParaRPr lang="en-US" sz="1961" dirty="0">
              <a:latin typeface="Consolas" charset="0"/>
              <a:ea typeface="Consolas" charset="0"/>
              <a:cs typeface="Consolas" charset="0"/>
            </a:endParaRPr>
          </a:p>
        </p:txBody>
      </p:sp>
      <p:sp>
        <p:nvSpPr>
          <p:cNvPr id="4" name="Rectangle 3"/>
          <p:cNvSpPr/>
          <p:nvPr/>
        </p:nvSpPr>
        <p:spPr bwMode="auto">
          <a:xfrm>
            <a:off x="1855741" y="4992161"/>
            <a:ext cx="7482802" cy="1341257"/>
          </a:xfrm>
          <a:prstGeom prst="rect">
            <a:avLst/>
          </a:prstGeom>
          <a:noFill/>
          <a:ln w="76200"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79285" tIns="143428" rIns="179285" bIns="14342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1410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353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998065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Helper method </a:t>
            </a:r>
            <a:r>
              <a:rPr lang="mr-IN" dirty="0" smtClean="0"/>
              <a:t>–</a:t>
            </a:r>
            <a:r>
              <a:rPr lang="en-US" dirty="0" smtClean="0"/>
              <a:t> ES7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Autofit/>
          </a:bodyPr>
          <a:lstStyle/>
          <a:p>
            <a:r>
              <a:rPr lang="en-US" sz="1961" i="1" dirty="0">
                <a:solidFill>
                  <a:srgbClr val="27BADD"/>
                </a:solidFill>
                <a:latin typeface="Menlo-Italic" charset="0"/>
              </a:rPr>
              <a:t>class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 Sample </a:t>
            </a:r>
            <a:r>
              <a:rPr lang="en-US" sz="1961" dirty="0">
                <a:solidFill>
                  <a:srgbClr val="F4005F"/>
                </a:solidFill>
                <a:latin typeface="Menlo-Regular" charset="0"/>
              </a:rPr>
              <a:t>extends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961" dirty="0" err="1">
                <a:solidFill>
                  <a:srgbClr val="000000"/>
                </a:solidFill>
                <a:latin typeface="Menlo-Regular" charset="0"/>
              </a:rPr>
              <a:t>React.</a:t>
            </a:r>
            <a:r>
              <a:rPr lang="en-US" sz="1961" i="1" dirty="0" err="1">
                <a:solidFill>
                  <a:srgbClr val="5AA314"/>
                </a:solidFill>
                <a:latin typeface="Menlo-Italic" charset="0"/>
              </a:rPr>
              <a:t>Component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&lt;</a:t>
            </a:r>
            <a:r>
              <a:rPr lang="en-US" sz="1961" i="1" dirty="0">
                <a:solidFill>
                  <a:srgbClr val="27BADD"/>
                </a:solidFill>
                <a:latin typeface="Menlo-Italic" charset="0"/>
              </a:rPr>
              <a:t>any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, </a:t>
            </a:r>
            <a:r>
              <a:rPr lang="en-US" sz="1961" i="1" dirty="0">
                <a:solidFill>
                  <a:srgbClr val="27BADD"/>
                </a:solidFill>
                <a:latin typeface="Menlo-Italic" charset="0"/>
              </a:rPr>
              <a:t>any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&gt; {</a:t>
            </a:r>
          </a:p>
          <a:p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    </a:t>
            </a:r>
            <a:r>
              <a:rPr lang="en-US" sz="1961" i="1" dirty="0">
                <a:solidFill>
                  <a:srgbClr val="27BADD"/>
                </a:solidFill>
                <a:latin typeface="Menlo-Italic" charset="0"/>
              </a:rPr>
              <a:t>constructor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(</a:t>
            </a:r>
            <a:r>
              <a:rPr lang="en-US" sz="1961" i="1" dirty="0">
                <a:solidFill>
                  <a:srgbClr val="FA8419"/>
                </a:solidFill>
                <a:latin typeface="Menlo-Italic" charset="0"/>
              </a:rPr>
              <a:t>props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) {</a:t>
            </a:r>
          </a:p>
          <a:p>
            <a:r>
              <a:rPr lang="is-IS" sz="1961" dirty="0">
                <a:solidFill>
                  <a:srgbClr val="000000"/>
                </a:solidFill>
                <a:latin typeface="Menlo-Regular" charset="0"/>
              </a:rPr>
              <a:t>        </a:t>
            </a:r>
            <a:r>
              <a:rPr lang="is-IS" sz="1961" dirty="0">
                <a:solidFill>
                  <a:srgbClr val="8E8E7C"/>
                </a:solidFill>
                <a:latin typeface="Menlo-Regular" charset="0"/>
              </a:rPr>
              <a:t>//...</a:t>
            </a:r>
            <a:endParaRPr lang="is-IS" sz="1961" dirty="0">
              <a:solidFill>
                <a:srgbClr val="000000"/>
              </a:solidFill>
              <a:latin typeface="Menlo-Regular" charset="0"/>
            </a:endParaRPr>
          </a:p>
          <a:p>
            <a:r>
              <a:rPr lang="is-IS" sz="1961" dirty="0">
                <a:solidFill>
                  <a:srgbClr val="000000"/>
                </a:solidFill>
                <a:latin typeface="Menlo-Regular" charset="0"/>
              </a:rPr>
              <a:t>    }</a:t>
            </a:r>
          </a:p>
          <a:p>
            <a:endParaRPr lang="is-IS" sz="1961" dirty="0">
              <a:solidFill>
                <a:srgbClr val="000000"/>
              </a:solidFill>
              <a:latin typeface="Menlo-Regular" charset="0"/>
            </a:endParaRPr>
          </a:p>
          <a:p>
            <a:r>
              <a:rPr lang="mr-IN" sz="1961" dirty="0">
                <a:solidFill>
                  <a:srgbClr val="000000"/>
                </a:solidFill>
                <a:latin typeface="Menlo-Regular" charset="0"/>
              </a:rPr>
              <a:t>    </a:t>
            </a:r>
            <a:r>
              <a:rPr lang="mr-IN" sz="1961" dirty="0" err="1">
                <a:solidFill>
                  <a:srgbClr val="5AA314"/>
                </a:solidFill>
                <a:latin typeface="Menlo-Regular" charset="0"/>
              </a:rPr>
              <a:t>set</a:t>
            </a:r>
            <a:r>
              <a:rPr lang="mr-IN" sz="1961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mr-IN" sz="1961" dirty="0">
                <a:solidFill>
                  <a:srgbClr val="F4005F"/>
                </a:solidFill>
                <a:latin typeface="Menlo-Regular" charset="0"/>
              </a:rPr>
              <a:t>=</a:t>
            </a:r>
            <a:r>
              <a:rPr lang="mr-IN" sz="1961" dirty="0">
                <a:solidFill>
                  <a:srgbClr val="000000"/>
                </a:solidFill>
                <a:latin typeface="Menlo-Regular" charset="0"/>
              </a:rPr>
              <a:t> (</a:t>
            </a:r>
            <a:r>
              <a:rPr lang="mr-IN" sz="1961" i="1" dirty="0" err="1">
                <a:solidFill>
                  <a:srgbClr val="FA8419"/>
                </a:solidFill>
                <a:latin typeface="Menlo-Italic" charset="0"/>
              </a:rPr>
              <a:t>e</a:t>
            </a:r>
            <a:r>
              <a:rPr lang="mr-IN" sz="1961" dirty="0">
                <a:solidFill>
                  <a:srgbClr val="000000"/>
                </a:solidFill>
                <a:latin typeface="Menlo-Regular" charset="0"/>
              </a:rPr>
              <a:t>) </a:t>
            </a:r>
            <a:r>
              <a:rPr lang="mr-IN" sz="1961" i="1" dirty="0">
                <a:solidFill>
                  <a:srgbClr val="27BADD"/>
                </a:solidFill>
                <a:latin typeface="Menlo-Italic" charset="0"/>
              </a:rPr>
              <a:t>=&gt;</a:t>
            </a:r>
            <a:r>
              <a:rPr lang="mr-IN" sz="1961" dirty="0">
                <a:solidFill>
                  <a:srgbClr val="000000"/>
                </a:solidFill>
                <a:latin typeface="Menlo-Regular" charset="0"/>
              </a:rPr>
              <a:t> {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961" dirty="0">
                <a:solidFill>
                  <a:srgbClr val="8E8E7C"/>
                </a:solidFill>
                <a:latin typeface="Menlo-Regular" charset="0"/>
              </a:rPr>
              <a:t>// ES7</a:t>
            </a:r>
            <a:endParaRPr lang="mr-IN" sz="1961" dirty="0">
              <a:solidFill>
                <a:srgbClr val="000000"/>
              </a:solidFill>
              <a:latin typeface="Menlo-Regular" charset="0"/>
            </a:endParaRPr>
          </a:p>
          <a:p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        </a:t>
            </a:r>
            <a:r>
              <a:rPr lang="en-US" sz="1961" dirty="0" err="1">
                <a:solidFill>
                  <a:srgbClr val="000000"/>
                </a:solidFill>
                <a:latin typeface="Menlo-Regular" charset="0"/>
              </a:rPr>
              <a:t>this.</a:t>
            </a:r>
            <a:r>
              <a:rPr lang="en-US" sz="1961" dirty="0" err="1">
                <a:solidFill>
                  <a:srgbClr val="5AA314"/>
                </a:solidFill>
                <a:latin typeface="Menlo-Regular" charset="0"/>
              </a:rPr>
              <a:t>setState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({ [</a:t>
            </a:r>
            <a:r>
              <a:rPr lang="en-US" sz="1961" dirty="0" err="1">
                <a:solidFill>
                  <a:srgbClr val="000000"/>
                </a:solidFill>
                <a:latin typeface="Menlo-Regular" charset="0"/>
              </a:rPr>
              <a:t>e.target.name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]: </a:t>
            </a:r>
            <a:r>
              <a:rPr lang="en-US" sz="1961" dirty="0" err="1">
                <a:solidFill>
                  <a:srgbClr val="000000"/>
                </a:solidFill>
                <a:latin typeface="Menlo-Regular" charset="0"/>
              </a:rPr>
              <a:t>e.target.value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 })</a:t>
            </a:r>
          </a:p>
          <a:p>
            <a:r>
              <a:rPr lang="is-IS" sz="1961" dirty="0">
                <a:solidFill>
                  <a:srgbClr val="000000"/>
                </a:solidFill>
                <a:latin typeface="Menlo-Regular" charset="0"/>
              </a:rPr>
              <a:t>    }</a:t>
            </a:r>
          </a:p>
          <a:p>
            <a:endParaRPr lang="is-IS" sz="1961" dirty="0">
              <a:solidFill>
                <a:srgbClr val="000000"/>
              </a:solidFill>
              <a:latin typeface="Menlo-Regular" charset="0"/>
            </a:endParaRPr>
          </a:p>
          <a:p>
            <a:r>
              <a:rPr lang="pl-PL" sz="1961" dirty="0">
                <a:solidFill>
                  <a:srgbClr val="000000"/>
                </a:solidFill>
                <a:latin typeface="Menlo-Regular" charset="0"/>
              </a:rPr>
              <a:t>    </a:t>
            </a:r>
            <a:r>
              <a:rPr lang="pl-PL" sz="1961" dirty="0" err="1">
                <a:solidFill>
                  <a:srgbClr val="5AA314"/>
                </a:solidFill>
                <a:latin typeface="Menlo-Regular" charset="0"/>
              </a:rPr>
              <a:t>render</a:t>
            </a:r>
            <a:r>
              <a:rPr lang="pl-PL" sz="1961" dirty="0">
                <a:solidFill>
                  <a:srgbClr val="000000"/>
                </a:solidFill>
                <a:latin typeface="Menlo-Regular" charset="0"/>
              </a:rPr>
              <a:t>() {</a:t>
            </a:r>
          </a:p>
          <a:p>
            <a:r>
              <a:rPr lang="pl-PL" sz="1961" dirty="0">
                <a:solidFill>
                  <a:srgbClr val="000000"/>
                </a:solidFill>
                <a:latin typeface="Menlo-Regular" charset="0"/>
              </a:rPr>
              <a:t>        </a:t>
            </a:r>
            <a:r>
              <a:rPr lang="pl-PL" sz="1961" dirty="0">
                <a:solidFill>
                  <a:srgbClr val="F4005F"/>
                </a:solidFill>
                <a:latin typeface="Menlo-Regular" charset="0"/>
              </a:rPr>
              <a:t>return</a:t>
            </a:r>
            <a:r>
              <a:rPr lang="pl-PL" sz="1961" dirty="0">
                <a:solidFill>
                  <a:srgbClr val="000000"/>
                </a:solidFill>
                <a:latin typeface="Menlo-Regular" charset="0"/>
              </a:rPr>
              <a:t> &lt;</a:t>
            </a:r>
            <a:r>
              <a:rPr lang="pl-PL" sz="1961" dirty="0" err="1">
                <a:solidFill>
                  <a:srgbClr val="F4005F"/>
                </a:solidFill>
                <a:latin typeface="Menlo-Regular" charset="0"/>
              </a:rPr>
              <a:t>input</a:t>
            </a:r>
            <a:r>
              <a:rPr lang="pl-PL" sz="1961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pl-PL" sz="1961" dirty="0" err="1">
                <a:solidFill>
                  <a:srgbClr val="5AA314"/>
                </a:solidFill>
                <a:latin typeface="Menlo-Regular" charset="0"/>
              </a:rPr>
              <a:t>type</a:t>
            </a:r>
            <a:r>
              <a:rPr lang="pl-PL" sz="1961" dirty="0">
                <a:solidFill>
                  <a:srgbClr val="F4005F"/>
                </a:solidFill>
                <a:latin typeface="Menlo-Regular" charset="0"/>
              </a:rPr>
              <a:t>=</a:t>
            </a:r>
            <a:r>
              <a:rPr lang="pl-PL" sz="1961" dirty="0">
                <a:solidFill>
                  <a:srgbClr val="EC4307"/>
                </a:solidFill>
                <a:latin typeface="Menlo-Regular" charset="0"/>
              </a:rPr>
              <a:t>"</a:t>
            </a:r>
            <a:r>
              <a:rPr lang="pl-PL" sz="1961" dirty="0" err="1">
                <a:solidFill>
                  <a:srgbClr val="EC4307"/>
                </a:solidFill>
                <a:latin typeface="Menlo-Regular" charset="0"/>
              </a:rPr>
              <a:t>text</a:t>
            </a:r>
            <a:r>
              <a:rPr lang="pl-PL" sz="1961" dirty="0">
                <a:solidFill>
                  <a:srgbClr val="EC4307"/>
                </a:solidFill>
                <a:latin typeface="Menlo-Regular" charset="0"/>
              </a:rPr>
              <a:t>"</a:t>
            </a:r>
            <a:r>
              <a:rPr lang="pl-PL" sz="1961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pl-PL" sz="1961" dirty="0" err="1">
                <a:solidFill>
                  <a:srgbClr val="5AA314"/>
                </a:solidFill>
                <a:latin typeface="Menlo-Regular" charset="0"/>
              </a:rPr>
              <a:t>name</a:t>
            </a:r>
            <a:r>
              <a:rPr lang="pl-PL" sz="1961" dirty="0">
                <a:solidFill>
                  <a:srgbClr val="F4005F"/>
                </a:solidFill>
                <a:latin typeface="Menlo-Regular" charset="0"/>
              </a:rPr>
              <a:t>=</a:t>
            </a:r>
            <a:r>
              <a:rPr lang="pl-PL" sz="1961" dirty="0">
                <a:solidFill>
                  <a:srgbClr val="EC4307"/>
                </a:solidFill>
                <a:latin typeface="Menlo-Regular" charset="0"/>
              </a:rPr>
              <a:t>"</a:t>
            </a:r>
            <a:r>
              <a:rPr lang="pl-PL" sz="1961" dirty="0" err="1">
                <a:solidFill>
                  <a:srgbClr val="EC4307"/>
                </a:solidFill>
                <a:latin typeface="Menlo-Regular" charset="0"/>
              </a:rPr>
              <a:t>text</a:t>
            </a:r>
            <a:r>
              <a:rPr lang="pl-PL" sz="1961" dirty="0">
                <a:solidFill>
                  <a:srgbClr val="EC4307"/>
                </a:solidFill>
                <a:latin typeface="Menlo-Regular" charset="0"/>
              </a:rPr>
              <a:t>"</a:t>
            </a:r>
            <a:r>
              <a:rPr lang="pl-PL" sz="1961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pl-PL" sz="1961" dirty="0" err="1">
                <a:solidFill>
                  <a:srgbClr val="5AA314"/>
                </a:solidFill>
                <a:latin typeface="Menlo-Regular" charset="0"/>
              </a:rPr>
              <a:t>value</a:t>
            </a:r>
            <a:r>
              <a:rPr lang="pl-PL" sz="1961" dirty="0">
                <a:solidFill>
                  <a:srgbClr val="F4005F"/>
                </a:solidFill>
                <a:latin typeface="Menlo-Regular" charset="0"/>
              </a:rPr>
              <a:t>=</a:t>
            </a:r>
            <a:r>
              <a:rPr lang="pl-PL" sz="1961" dirty="0">
                <a:solidFill>
                  <a:srgbClr val="000000"/>
                </a:solidFill>
                <a:latin typeface="Menlo-Regular" charset="0"/>
              </a:rPr>
              <a:t>{</a:t>
            </a:r>
            <a:r>
              <a:rPr lang="pl-PL" sz="1961" dirty="0" err="1">
                <a:solidFill>
                  <a:srgbClr val="000000"/>
                </a:solidFill>
                <a:latin typeface="Menlo-Regular" charset="0"/>
              </a:rPr>
              <a:t>this.state.text</a:t>
            </a:r>
            <a:r>
              <a:rPr lang="pl-PL" sz="1961" dirty="0">
                <a:solidFill>
                  <a:srgbClr val="000000"/>
                </a:solidFill>
                <a:latin typeface="Menlo-Regular" charset="0"/>
              </a:rPr>
              <a:t>}</a:t>
            </a:r>
          </a:p>
          <a:p>
            <a:r>
              <a:rPr lang="pl-PL" sz="1961" dirty="0">
                <a:solidFill>
                  <a:srgbClr val="000000"/>
                </a:solidFill>
                <a:latin typeface="Menlo-Regular" charset="0"/>
              </a:rPr>
              <a:t>             </a:t>
            </a:r>
            <a:r>
              <a:rPr lang="pl-PL" sz="1961" dirty="0" err="1">
                <a:solidFill>
                  <a:srgbClr val="5AA314"/>
                </a:solidFill>
                <a:latin typeface="Menlo-Regular" charset="0"/>
              </a:rPr>
              <a:t>onChange</a:t>
            </a:r>
            <a:r>
              <a:rPr lang="pl-PL" sz="1961" dirty="0">
                <a:solidFill>
                  <a:srgbClr val="F4005F"/>
                </a:solidFill>
                <a:latin typeface="Menlo-Regular" charset="0"/>
              </a:rPr>
              <a:t>=</a:t>
            </a:r>
            <a:r>
              <a:rPr lang="pl-PL" sz="1961" dirty="0">
                <a:solidFill>
                  <a:srgbClr val="000000"/>
                </a:solidFill>
                <a:latin typeface="Menlo-Regular" charset="0"/>
              </a:rPr>
              <a:t>{</a:t>
            </a:r>
            <a:r>
              <a:rPr lang="pl-PL" sz="1961" dirty="0" err="1">
                <a:solidFill>
                  <a:srgbClr val="000000"/>
                </a:solidFill>
                <a:latin typeface="Menlo-Regular" charset="0"/>
              </a:rPr>
              <a:t>this.set</a:t>
            </a:r>
            <a:r>
              <a:rPr lang="pl-PL" sz="1961" dirty="0">
                <a:solidFill>
                  <a:srgbClr val="000000"/>
                </a:solidFill>
                <a:latin typeface="Menlo-Regular" charset="0"/>
              </a:rPr>
              <a:t>} /&gt;</a:t>
            </a:r>
          </a:p>
          <a:p>
            <a:r>
              <a:rPr lang="is-IS" sz="1961" dirty="0">
                <a:solidFill>
                  <a:srgbClr val="000000"/>
                </a:solidFill>
                <a:latin typeface="Menlo-Regular" charset="0"/>
              </a:rPr>
              <a:t>    }</a:t>
            </a:r>
          </a:p>
          <a:p>
            <a:r>
              <a:rPr lang="is-IS" sz="1961" dirty="0">
                <a:solidFill>
                  <a:srgbClr val="000000"/>
                </a:solidFill>
                <a:latin typeface="Menlo-Regular" charset="0"/>
              </a:rPr>
              <a:t>}</a:t>
            </a:r>
          </a:p>
          <a:p>
            <a:endParaRPr lang="is-IS" sz="1961" dirty="0">
              <a:solidFill>
                <a:srgbClr val="000000"/>
              </a:solidFill>
              <a:latin typeface="Menlo-Regular" charset="0"/>
            </a:endParaRPr>
          </a:p>
          <a:p>
            <a:endParaRPr lang="is-IS" sz="1961" dirty="0">
              <a:solidFill>
                <a:srgbClr val="000000"/>
              </a:solidFill>
              <a:latin typeface="Menlo-Regular" charset="0"/>
            </a:endParaRPr>
          </a:p>
          <a:p>
            <a:endParaRPr lang="is-IS" sz="1961" dirty="0">
              <a:solidFill>
                <a:srgbClr val="000000"/>
              </a:solidFill>
              <a:latin typeface="Menlo-Regular" charset="0"/>
            </a:endParaRPr>
          </a:p>
          <a:p>
            <a:endParaRPr lang="is-IS" sz="1961" dirty="0">
              <a:solidFill>
                <a:srgbClr val="000000"/>
              </a:solidFill>
              <a:latin typeface="Menlo-Regular" charset="0"/>
            </a:endParaRPr>
          </a:p>
          <a:p>
            <a:endParaRPr lang="en-US" sz="1961" dirty="0">
              <a:latin typeface="Consolas" charset="0"/>
              <a:ea typeface="Consolas" charset="0"/>
              <a:cs typeface="Consolas" charset="0"/>
            </a:endParaRPr>
          </a:p>
        </p:txBody>
      </p:sp>
      <p:sp>
        <p:nvSpPr>
          <p:cNvPr id="4" name="Rectangle 3"/>
          <p:cNvSpPr/>
          <p:nvPr/>
        </p:nvSpPr>
        <p:spPr bwMode="auto">
          <a:xfrm>
            <a:off x="3359697" y="5545585"/>
            <a:ext cx="1482442" cy="352962"/>
          </a:xfrm>
          <a:prstGeom prst="rect">
            <a:avLst/>
          </a:prstGeom>
          <a:noFill/>
          <a:ln w="76200"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79285" tIns="143428" rIns="179285" bIns="14342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1410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353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514484" y="3144608"/>
            <a:ext cx="8188727" cy="1066744"/>
          </a:xfrm>
          <a:prstGeom prst="rect">
            <a:avLst/>
          </a:prstGeom>
          <a:noFill/>
          <a:ln w="76200"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79285" tIns="143428" rIns="179285" bIns="14342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1410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353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048395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Internal component state</a:t>
            </a:r>
            <a:endParaRPr lang="en-US" dirty="0"/>
          </a:p>
          <a:p>
            <a:r>
              <a:rPr lang="en-US" dirty="0" smtClean="0"/>
              <a:t>Send to child components</a:t>
            </a:r>
            <a:endParaRPr lang="en-US" dirty="0"/>
          </a:p>
          <a:p>
            <a:pPr lvl="1"/>
            <a:r>
              <a:rPr lang="en-US" strike="sngStrike" dirty="0" smtClean="0"/>
              <a:t>And to parent ones using callbacks</a:t>
            </a:r>
            <a:endParaRPr lang="en-US" strike="sngStrike" dirty="0"/>
          </a:p>
          <a:p>
            <a:r>
              <a:rPr lang="en-US" dirty="0" smtClean="0"/>
              <a:t>States should be in the lowest node possible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851608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Mustache </a:t>
            </a:r>
            <a:r>
              <a:rPr lang="en-US" i="1" dirty="0" smtClean="0"/>
              <a:t>templating</a:t>
            </a:r>
            <a:endParaRPr lang="en-US" i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sz="1568" i="1" dirty="0" err="1">
                <a:solidFill>
                  <a:srgbClr val="27BADD"/>
                </a:solidFill>
                <a:latin typeface="Menlo-Italic" charset="0"/>
              </a:rPr>
              <a:t>var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 view </a:t>
            </a:r>
            <a:r>
              <a:rPr lang="en-US" sz="1568" dirty="0">
                <a:solidFill>
                  <a:srgbClr val="F4005F"/>
                </a:solidFill>
                <a:latin typeface="Menlo-Regular" charset="0"/>
              </a:rPr>
              <a:t>=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 {</a:t>
            </a:r>
          </a:p>
          <a:p>
            <a:r>
              <a:rPr lang="mr-IN" sz="1568" dirty="0">
                <a:solidFill>
                  <a:srgbClr val="000000"/>
                </a:solidFill>
                <a:latin typeface="Menlo-Regular" charset="0"/>
              </a:rPr>
              <a:t>    </a:t>
            </a:r>
            <a:r>
              <a:rPr lang="mr-IN" sz="1568" dirty="0" err="1">
                <a:solidFill>
                  <a:srgbClr val="000000"/>
                </a:solidFill>
                <a:latin typeface="Menlo-Regular" charset="0"/>
              </a:rPr>
              <a:t>title</a:t>
            </a:r>
            <a:r>
              <a:rPr lang="mr-IN" sz="1568" dirty="0">
                <a:solidFill>
                  <a:srgbClr val="000000"/>
                </a:solidFill>
                <a:latin typeface="Menlo-Regular" charset="0"/>
              </a:rPr>
              <a:t>: </a:t>
            </a:r>
            <a:r>
              <a:rPr lang="mr-IN" sz="1568" dirty="0">
                <a:solidFill>
                  <a:srgbClr val="EC4307"/>
                </a:solidFill>
                <a:latin typeface="Menlo-Regular" charset="0"/>
              </a:rPr>
              <a:t>"</a:t>
            </a:r>
            <a:r>
              <a:rPr lang="mr-IN" sz="1568" dirty="0" err="1">
                <a:solidFill>
                  <a:srgbClr val="EC4307"/>
                </a:solidFill>
                <a:latin typeface="Menlo-Regular" charset="0"/>
              </a:rPr>
              <a:t>Joe</a:t>
            </a:r>
            <a:r>
              <a:rPr lang="mr-IN" sz="1568" dirty="0">
                <a:solidFill>
                  <a:srgbClr val="EC4307"/>
                </a:solidFill>
                <a:latin typeface="Menlo-Regular" charset="0"/>
              </a:rPr>
              <a:t>"</a:t>
            </a:r>
            <a:r>
              <a:rPr lang="mr-IN" sz="1568" dirty="0">
                <a:solidFill>
                  <a:srgbClr val="000000"/>
                </a:solidFill>
                <a:latin typeface="Menlo-Regular" charset="0"/>
              </a:rPr>
              <a:t>,</a:t>
            </a:r>
          </a:p>
          <a:p>
            <a:r>
              <a:rPr lang="ro-RO" sz="1568" dirty="0">
                <a:solidFill>
                  <a:srgbClr val="000000"/>
                </a:solidFill>
                <a:latin typeface="Menlo-Regular" charset="0"/>
              </a:rPr>
              <a:t>    </a:t>
            </a:r>
            <a:r>
              <a:rPr lang="ro-RO" sz="1568" dirty="0">
                <a:solidFill>
                  <a:srgbClr val="5AA314"/>
                </a:solidFill>
                <a:latin typeface="Menlo-Regular" charset="0"/>
              </a:rPr>
              <a:t>calc</a:t>
            </a:r>
            <a:r>
              <a:rPr lang="ro-RO" sz="1568" dirty="0">
                <a:solidFill>
                  <a:srgbClr val="000000"/>
                </a:solidFill>
                <a:latin typeface="Menlo-Regular" charset="0"/>
              </a:rPr>
              <a:t>: </a:t>
            </a:r>
            <a:r>
              <a:rPr lang="ro-RO" sz="1568" i="1" dirty="0" err="1">
                <a:solidFill>
                  <a:srgbClr val="27BADD"/>
                </a:solidFill>
                <a:latin typeface="Menlo-Italic" charset="0"/>
              </a:rPr>
              <a:t>function</a:t>
            </a:r>
            <a:r>
              <a:rPr lang="ro-RO" sz="1568" dirty="0">
                <a:solidFill>
                  <a:srgbClr val="000000"/>
                </a:solidFill>
                <a:latin typeface="Menlo-Regular" charset="0"/>
              </a:rPr>
              <a:t> () {</a:t>
            </a:r>
          </a:p>
          <a:p>
            <a:r>
              <a:rPr lang="mr-IN" sz="1568" dirty="0">
                <a:solidFill>
                  <a:srgbClr val="000000"/>
                </a:solidFill>
                <a:latin typeface="Menlo-Regular" charset="0"/>
              </a:rPr>
              <a:t>        </a:t>
            </a:r>
            <a:r>
              <a:rPr lang="mr-IN" sz="1568" dirty="0" err="1">
                <a:solidFill>
                  <a:srgbClr val="F4005F"/>
                </a:solidFill>
                <a:latin typeface="Menlo-Regular" charset="0"/>
              </a:rPr>
              <a:t>return</a:t>
            </a:r>
            <a:r>
              <a:rPr lang="mr-IN" sz="1568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mr-IN" sz="1568" dirty="0">
                <a:solidFill>
                  <a:srgbClr val="9D65FF"/>
                </a:solidFill>
                <a:latin typeface="Menlo-Regular" charset="0"/>
              </a:rPr>
              <a:t>2</a:t>
            </a:r>
            <a:r>
              <a:rPr lang="mr-IN" sz="1568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mr-IN" sz="1568" dirty="0">
                <a:solidFill>
                  <a:srgbClr val="F4005F"/>
                </a:solidFill>
                <a:latin typeface="Menlo-Regular" charset="0"/>
              </a:rPr>
              <a:t>+</a:t>
            </a:r>
            <a:r>
              <a:rPr lang="mr-IN" sz="1568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mr-IN" sz="1568" dirty="0">
                <a:solidFill>
                  <a:srgbClr val="9D65FF"/>
                </a:solidFill>
                <a:latin typeface="Menlo-Regular" charset="0"/>
              </a:rPr>
              <a:t>4</a:t>
            </a:r>
            <a:r>
              <a:rPr lang="mr-IN" sz="1568" dirty="0">
                <a:solidFill>
                  <a:srgbClr val="000000"/>
                </a:solidFill>
                <a:latin typeface="Menlo-Regular" charset="0"/>
              </a:rPr>
              <a:t>;</a:t>
            </a:r>
          </a:p>
          <a:p>
            <a:r>
              <a:rPr lang="mr-IN" sz="1568" dirty="0">
                <a:solidFill>
                  <a:srgbClr val="000000"/>
                </a:solidFill>
                <a:latin typeface="Menlo-Regular" charset="0"/>
              </a:rPr>
              <a:t>    }</a:t>
            </a:r>
          </a:p>
          <a:p>
            <a:r>
              <a:rPr lang="mr-IN" sz="1568" dirty="0">
                <a:solidFill>
                  <a:srgbClr val="000000"/>
                </a:solidFill>
                <a:latin typeface="Menlo-Regular" charset="0"/>
              </a:rPr>
              <a:t>};</a:t>
            </a:r>
          </a:p>
          <a:p>
            <a:endParaRPr lang="mr-IN" sz="1568" dirty="0">
              <a:solidFill>
                <a:srgbClr val="000000"/>
              </a:solidFill>
              <a:latin typeface="Menlo-Regular" charset="0"/>
            </a:endParaRPr>
          </a:p>
          <a:p>
            <a:r>
              <a:rPr lang="en-US" sz="1568" i="1" dirty="0" err="1">
                <a:solidFill>
                  <a:srgbClr val="27BADD"/>
                </a:solidFill>
                <a:latin typeface="Menlo-Italic" charset="0"/>
              </a:rPr>
              <a:t>var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 output </a:t>
            </a:r>
            <a:r>
              <a:rPr lang="en-US" sz="1568" dirty="0">
                <a:solidFill>
                  <a:srgbClr val="F4005F"/>
                </a:solidFill>
                <a:latin typeface="Menlo-Regular" charset="0"/>
              </a:rPr>
              <a:t>=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568" dirty="0" err="1">
                <a:solidFill>
                  <a:srgbClr val="000000"/>
                </a:solidFill>
                <a:latin typeface="Menlo-Regular" charset="0"/>
              </a:rPr>
              <a:t>Mustache.</a:t>
            </a:r>
            <a:r>
              <a:rPr lang="en-US" sz="1568" dirty="0" err="1">
                <a:solidFill>
                  <a:srgbClr val="5AA314"/>
                </a:solidFill>
                <a:latin typeface="Menlo-Regular" charset="0"/>
              </a:rPr>
              <a:t>render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(</a:t>
            </a:r>
            <a:r>
              <a:rPr lang="en-US" sz="1568" dirty="0">
                <a:solidFill>
                  <a:srgbClr val="EC4307"/>
                </a:solidFill>
                <a:latin typeface="Menlo-Regular" charset="0"/>
              </a:rPr>
              <a:t>"{{title}} spends {{</a:t>
            </a:r>
            <a:r>
              <a:rPr lang="en-US" sz="1568" dirty="0" err="1">
                <a:solidFill>
                  <a:srgbClr val="EC4307"/>
                </a:solidFill>
                <a:latin typeface="Menlo-Regular" charset="0"/>
              </a:rPr>
              <a:t>calc</a:t>
            </a:r>
            <a:r>
              <a:rPr lang="en-US" sz="1568" dirty="0">
                <a:solidFill>
                  <a:srgbClr val="EC4307"/>
                </a:solidFill>
                <a:latin typeface="Menlo-Regular" charset="0"/>
              </a:rPr>
              <a:t>}}"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, view);</a:t>
            </a:r>
          </a:p>
          <a:p>
            <a:endParaRPr lang="en-US" sz="1568" dirty="0">
              <a:solidFill>
                <a:srgbClr val="000000"/>
              </a:solidFill>
              <a:latin typeface="Menlo-Regular" charset="0"/>
            </a:endParaRPr>
          </a:p>
          <a:p>
            <a:endParaRPr lang="en-US" sz="1568" dirty="0">
              <a:solidFill>
                <a:srgbClr val="000000"/>
              </a:solidFill>
              <a:latin typeface="Menlo-Regular" charset="0"/>
            </a:endParaRPr>
          </a:p>
          <a:p>
            <a:endParaRPr lang="en-US" sz="1568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0219" y="3421068"/>
            <a:ext cx="4401781" cy="3413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421171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React</a:t>
            </a:r>
            <a:endParaRPr lang="en-US" i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sz="1400" dirty="0">
                <a:solidFill>
                  <a:srgbClr val="F4005F"/>
                </a:solidFill>
                <a:latin typeface="Menlo-Regular" charset="0"/>
              </a:rPr>
              <a:t>import</a:t>
            </a:r>
            <a:r>
              <a:rPr lang="en-US" sz="1400" dirty="0">
                <a:solidFill>
                  <a:srgbClr val="000000"/>
                </a:solidFill>
                <a:latin typeface="Menlo-Regular" charset="0"/>
              </a:rPr>
              <a:t> React </a:t>
            </a:r>
            <a:r>
              <a:rPr lang="en-US" sz="1400" dirty="0">
                <a:solidFill>
                  <a:srgbClr val="F4005F"/>
                </a:solidFill>
                <a:latin typeface="Menlo-Regular" charset="0"/>
              </a:rPr>
              <a:t>from</a:t>
            </a:r>
            <a:r>
              <a:rPr lang="en-US" sz="1400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400" dirty="0">
                <a:solidFill>
                  <a:srgbClr val="EC4307"/>
                </a:solidFill>
                <a:latin typeface="Menlo-Regular" charset="0"/>
              </a:rPr>
              <a:t>'react'</a:t>
            </a:r>
            <a:r>
              <a:rPr lang="en-US" sz="1400" dirty="0">
                <a:solidFill>
                  <a:srgbClr val="000000"/>
                </a:solidFill>
                <a:latin typeface="Menlo-Regular" charset="0"/>
              </a:rPr>
              <a:t>;</a:t>
            </a:r>
          </a:p>
          <a:p>
            <a:r>
              <a:rPr lang="en-US" sz="1400" dirty="0">
                <a:solidFill>
                  <a:srgbClr val="F4005F"/>
                </a:solidFill>
                <a:latin typeface="Menlo-Regular" charset="0"/>
              </a:rPr>
              <a:t>import</a:t>
            </a:r>
            <a:r>
              <a:rPr lang="en-US" sz="1400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Menlo-Regular" charset="0"/>
              </a:rPr>
              <a:t>ReactDOM</a:t>
            </a:r>
            <a:r>
              <a:rPr lang="en-US" sz="1400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400" dirty="0">
                <a:solidFill>
                  <a:srgbClr val="F4005F"/>
                </a:solidFill>
                <a:latin typeface="Menlo-Regular" charset="0"/>
              </a:rPr>
              <a:t>from</a:t>
            </a:r>
            <a:r>
              <a:rPr lang="en-US" sz="1400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400" dirty="0">
                <a:solidFill>
                  <a:srgbClr val="EC4307"/>
                </a:solidFill>
                <a:latin typeface="Menlo-Regular" charset="0"/>
              </a:rPr>
              <a:t>'react-</a:t>
            </a:r>
            <a:r>
              <a:rPr lang="en-US" sz="1400" dirty="0" err="1">
                <a:solidFill>
                  <a:srgbClr val="EC4307"/>
                </a:solidFill>
                <a:latin typeface="Menlo-Regular" charset="0"/>
              </a:rPr>
              <a:t>dom</a:t>
            </a:r>
            <a:r>
              <a:rPr lang="en-US" sz="1400" dirty="0">
                <a:solidFill>
                  <a:srgbClr val="EC4307"/>
                </a:solidFill>
                <a:latin typeface="Menlo-Regular" charset="0"/>
              </a:rPr>
              <a:t>'</a:t>
            </a:r>
            <a:r>
              <a:rPr lang="en-US" sz="1400" dirty="0">
                <a:solidFill>
                  <a:srgbClr val="000000"/>
                </a:solidFill>
                <a:latin typeface="Menlo-Regular" charset="0"/>
              </a:rPr>
              <a:t>;</a:t>
            </a:r>
          </a:p>
          <a:p>
            <a:endParaRPr lang="en-US" sz="1400" dirty="0">
              <a:solidFill>
                <a:srgbClr val="000000"/>
              </a:solidFill>
              <a:latin typeface="Menlo-Regular" charset="0"/>
            </a:endParaRPr>
          </a:p>
          <a:p>
            <a:r>
              <a:rPr lang="en-US" sz="1400" i="1" dirty="0" err="1">
                <a:solidFill>
                  <a:srgbClr val="27BADD"/>
                </a:solidFill>
                <a:latin typeface="Menlo-Italic" charset="0"/>
              </a:rPr>
              <a:t>var</a:t>
            </a:r>
            <a:r>
              <a:rPr lang="en-US" sz="1400" dirty="0">
                <a:solidFill>
                  <a:srgbClr val="000000"/>
                </a:solidFill>
                <a:latin typeface="Menlo-Regular" charset="0"/>
              </a:rPr>
              <a:t> view </a:t>
            </a:r>
            <a:r>
              <a:rPr lang="en-US" sz="1400" dirty="0">
                <a:solidFill>
                  <a:srgbClr val="F4005F"/>
                </a:solidFill>
                <a:latin typeface="Menlo-Regular" charset="0"/>
              </a:rPr>
              <a:t>=</a:t>
            </a:r>
            <a:r>
              <a:rPr lang="en-US" sz="1400" dirty="0">
                <a:solidFill>
                  <a:srgbClr val="000000"/>
                </a:solidFill>
                <a:latin typeface="Menlo-Regular" charset="0"/>
              </a:rPr>
              <a:t> {</a:t>
            </a:r>
          </a:p>
          <a:p>
            <a:r>
              <a:rPr lang="mr-IN" sz="1400" dirty="0">
                <a:solidFill>
                  <a:srgbClr val="000000"/>
                </a:solidFill>
                <a:latin typeface="Menlo-Regular" charset="0"/>
              </a:rPr>
              <a:t>    </a:t>
            </a:r>
            <a:r>
              <a:rPr lang="mr-IN" sz="1400" dirty="0" err="1">
                <a:solidFill>
                  <a:srgbClr val="000000"/>
                </a:solidFill>
                <a:latin typeface="Menlo-Regular" charset="0"/>
              </a:rPr>
              <a:t>title</a:t>
            </a:r>
            <a:r>
              <a:rPr lang="mr-IN" sz="1400" dirty="0">
                <a:solidFill>
                  <a:srgbClr val="000000"/>
                </a:solidFill>
                <a:latin typeface="Menlo-Regular" charset="0"/>
              </a:rPr>
              <a:t>: </a:t>
            </a:r>
            <a:r>
              <a:rPr lang="mr-IN" sz="1400" dirty="0">
                <a:solidFill>
                  <a:srgbClr val="EC4307"/>
                </a:solidFill>
                <a:latin typeface="Menlo-Regular" charset="0"/>
              </a:rPr>
              <a:t>"</a:t>
            </a:r>
            <a:r>
              <a:rPr lang="mr-IN" sz="1400" dirty="0" err="1">
                <a:solidFill>
                  <a:srgbClr val="EC4307"/>
                </a:solidFill>
                <a:latin typeface="Menlo-Regular" charset="0"/>
              </a:rPr>
              <a:t>Joe</a:t>
            </a:r>
            <a:r>
              <a:rPr lang="mr-IN" sz="1400" dirty="0">
                <a:solidFill>
                  <a:srgbClr val="EC4307"/>
                </a:solidFill>
                <a:latin typeface="Menlo-Regular" charset="0"/>
              </a:rPr>
              <a:t>"</a:t>
            </a:r>
            <a:r>
              <a:rPr lang="mr-IN" sz="1400" dirty="0">
                <a:solidFill>
                  <a:srgbClr val="000000"/>
                </a:solidFill>
                <a:latin typeface="Menlo-Regular" charset="0"/>
              </a:rPr>
              <a:t>,</a:t>
            </a:r>
          </a:p>
          <a:p>
            <a:r>
              <a:rPr lang="ro-RO" sz="1400" dirty="0">
                <a:solidFill>
                  <a:srgbClr val="000000"/>
                </a:solidFill>
                <a:latin typeface="Menlo-Regular" charset="0"/>
              </a:rPr>
              <a:t>    </a:t>
            </a:r>
            <a:r>
              <a:rPr lang="ro-RO" sz="1400" dirty="0">
                <a:solidFill>
                  <a:srgbClr val="5AA314"/>
                </a:solidFill>
                <a:latin typeface="Menlo-Regular" charset="0"/>
              </a:rPr>
              <a:t>calc</a:t>
            </a:r>
            <a:r>
              <a:rPr lang="ro-RO" sz="1400" dirty="0">
                <a:solidFill>
                  <a:srgbClr val="000000"/>
                </a:solidFill>
                <a:latin typeface="Menlo-Regular" charset="0"/>
              </a:rPr>
              <a:t>: </a:t>
            </a:r>
            <a:r>
              <a:rPr lang="ro-RO" sz="1400" i="1" dirty="0" err="1">
                <a:solidFill>
                  <a:srgbClr val="27BADD"/>
                </a:solidFill>
                <a:latin typeface="Menlo-Italic" charset="0"/>
              </a:rPr>
              <a:t>function</a:t>
            </a:r>
            <a:r>
              <a:rPr lang="ro-RO" sz="1400" dirty="0">
                <a:solidFill>
                  <a:srgbClr val="000000"/>
                </a:solidFill>
                <a:latin typeface="Menlo-Regular" charset="0"/>
              </a:rPr>
              <a:t> () {</a:t>
            </a:r>
          </a:p>
          <a:p>
            <a:r>
              <a:rPr lang="mr-IN" sz="1400" dirty="0">
                <a:solidFill>
                  <a:srgbClr val="000000"/>
                </a:solidFill>
                <a:latin typeface="Menlo-Regular" charset="0"/>
              </a:rPr>
              <a:t>        </a:t>
            </a:r>
            <a:r>
              <a:rPr lang="mr-IN" sz="1400" dirty="0" err="1">
                <a:solidFill>
                  <a:srgbClr val="F4005F"/>
                </a:solidFill>
                <a:latin typeface="Menlo-Regular" charset="0"/>
              </a:rPr>
              <a:t>return</a:t>
            </a:r>
            <a:r>
              <a:rPr lang="mr-IN" sz="1400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mr-IN" sz="1400" dirty="0">
                <a:solidFill>
                  <a:srgbClr val="9D65FF"/>
                </a:solidFill>
                <a:latin typeface="Menlo-Regular" charset="0"/>
              </a:rPr>
              <a:t>2</a:t>
            </a:r>
            <a:r>
              <a:rPr lang="mr-IN" sz="1400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mr-IN" sz="1400" dirty="0">
                <a:solidFill>
                  <a:srgbClr val="F4005F"/>
                </a:solidFill>
                <a:latin typeface="Menlo-Regular" charset="0"/>
              </a:rPr>
              <a:t>+</a:t>
            </a:r>
            <a:r>
              <a:rPr lang="mr-IN" sz="1400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mr-IN" sz="1400" dirty="0">
                <a:solidFill>
                  <a:srgbClr val="9D65FF"/>
                </a:solidFill>
                <a:latin typeface="Menlo-Regular" charset="0"/>
              </a:rPr>
              <a:t>4</a:t>
            </a:r>
            <a:r>
              <a:rPr lang="mr-IN" sz="1400" dirty="0">
                <a:solidFill>
                  <a:srgbClr val="000000"/>
                </a:solidFill>
                <a:latin typeface="Menlo-Regular" charset="0"/>
              </a:rPr>
              <a:t>;</a:t>
            </a:r>
          </a:p>
          <a:p>
            <a:r>
              <a:rPr lang="mr-IN" sz="1400" dirty="0">
                <a:solidFill>
                  <a:srgbClr val="000000"/>
                </a:solidFill>
                <a:latin typeface="Menlo-Regular" charset="0"/>
              </a:rPr>
              <a:t>    }</a:t>
            </a:r>
          </a:p>
          <a:p>
            <a:r>
              <a:rPr lang="mr-IN" sz="1400" dirty="0">
                <a:solidFill>
                  <a:srgbClr val="000000"/>
                </a:solidFill>
                <a:latin typeface="Menlo-Regular" charset="0"/>
              </a:rPr>
              <a:t>};</a:t>
            </a:r>
          </a:p>
          <a:p>
            <a:endParaRPr lang="mr-IN" sz="1400" dirty="0">
              <a:solidFill>
                <a:srgbClr val="000000"/>
              </a:solidFill>
              <a:latin typeface="Menlo-Regular" charset="0"/>
            </a:endParaRPr>
          </a:p>
          <a:p>
            <a:r>
              <a:rPr lang="en-US" sz="1400" dirty="0" err="1">
                <a:solidFill>
                  <a:srgbClr val="000000"/>
                </a:solidFill>
                <a:latin typeface="Menlo-Regular" charset="0"/>
              </a:rPr>
              <a:t>ReactDOM.</a:t>
            </a:r>
            <a:r>
              <a:rPr lang="en-US" sz="1400" dirty="0" err="1">
                <a:solidFill>
                  <a:srgbClr val="5AA314"/>
                </a:solidFill>
                <a:latin typeface="Menlo-Regular" charset="0"/>
              </a:rPr>
              <a:t>render</a:t>
            </a:r>
            <a:r>
              <a:rPr lang="en-US" sz="1400" dirty="0">
                <a:solidFill>
                  <a:srgbClr val="000000"/>
                </a:solidFill>
                <a:latin typeface="Menlo-Regular" charset="0"/>
              </a:rPr>
              <a:t>(</a:t>
            </a:r>
          </a:p>
          <a:p>
            <a:r>
              <a:rPr lang="en-US" sz="1400" dirty="0">
                <a:solidFill>
                  <a:srgbClr val="000000"/>
                </a:solidFill>
                <a:latin typeface="Menlo-Regular" charset="0"/>
              </a:rPr>
              <a:t>  &lt;</a:t>
            </a:r>
            <a:r>
              <a:rPr lang="en-US" sz="1400" dirty="0">
                <a:solidFill>
                  <a:srgbClr val="F4005F"/>
                </a:solidFill>
                <a:latin typeface="Menlo-Regular" charset="0"/>
              </a:rPr>
              <a:t>span</a:t>
            </a:r>
            <a:r>
              <a:rPr lang="en-US" sz="1400" dirty="0">
                <a:solidFill>
                  <a:srgbClr val="000000"/>
                </a:solidFill>
                <a:latin typeface="Menlo-Regular" charset="0"/>
              </a:rPr>
              <a:t>&gt;{</a:t>
            </a:r>
            <a:r>
              <a:rPr lang="en-US" sz="1400" dirty="0" err="1">
                <a:solidFill>
                  <a:srgbClr val="000000"/>
                </a:solidFill>
                <a:latin typeface="Menlo-Regular" charset="0"/>
              </a:rPr>
              <a:t>view.title</a:t>
            </a:r>
            <a:r>
              <a:rPr lang="en-US" sz="1400" dirty="0">
                <a:solidFill>
                  <a:srgbClr val="000000"/>
                </a:solidFill>
                <a:latin typeface="Menlo-Regular" charset="0"/>
              </a:rPr>
              <a:t>} spends {</a:t>
            </a:r>
            <a:r>
              <a:rPr lang="en-US" sz="1400" dirty="0" err="1">
                <a:solidFill>
                  <a:srgbClr val="000000"/>
                </a:solidFill>
                <a:latin typeface="Menlo-Regular" charset="0"/>
              </a:rPr>
              <a:t>view.</a:t>
            </a:r>
            <a:r>
              <a:rPr lang="en-US" sz="1400" dirty="0" err="1">
                <a:solidFill>
                  <a:srgbClr val="5AA314"/>
                </a:solidFill>
                <a:latin typeface="Menlo-Regular" charset="0"/>
              </a:rPr>
              <a:t>calc</a:t>
            </a:r>
            <a:r>
              <a:rPr lang="en-US" sz="1400" dirty="0">
                <a:solidFill>
                  <a:srgbClr val="000000"/>
                </a:solidFill>
                <a:latin typeface="Menlo-Regular" charset="0"/>
              </a:rPr>
              <a:t>()}&lt;/</a:t>
            </a:r>
            <a:r>
              <a:rPr lang="en-US" sz="1400" dirty="0">
                <a:solidFill>
                  <a:srgbClr val="F4005F"/>
                </a:solidFill>
                <a:latin typeface="Menlo-Regular" charset="0"/>
              </a:rPr>
              <a:t>span</a:t>
            </a:r>
            <a:r>
              <a:rPr lang="en-US" sz="1400" dirty="0">
                <a:solidFill>
                  <a:srgbClr val="000000"/>
                </a:solidFill>
                <a:latin typeface="Menlo-Regular" charset="0"/>
              </a:rPr>
              <a:t>&gt;,</a:t>
            </a:r>
          </a:p>
          <a:p>
            <a:r>
              <a:rPr lang="en-US" sz="1400" dirty="0">
                <a:solidFill>
                  <a:srgbClr val="000000"/>
                </a:solidFill>
                <a:latin typeface="Menlo-Regular" charset="0"/>
              </a:rPr>
              <a:t>  </a:t>
            </a:r>
            <a:r>
              <a:rPr lang="en-US" sz="1400" dirty="0" err="1">
                <a:solidFill>
                  <a:srgbClr val="000000"/>
                </a:solidFill>
                <a:latin typeface="Menlo-Regular" charset="0"/>
              </a:rPr>
              <a:t>document.</a:t>
            </a:r>
            <a:r>
              <a:rPr lang="en-US" sz="1400" dirty="0" err="1">
                <a:solidFill>
                  <a:srgbClr val="27BADD"/>
                </a:solidFill>
                <a:latin typeface="Menlo-Regular" charset="0"/>
              </a:rPr>
              <a:t>getElementById</a:t>
            </a:r>
            <a:r>
              <a:rPr lang="en-US" sz="1400" dirty="0">
                <a:solidFill>
                  <a:srgbClr val="000000"/>
                </a:solidFill>
                <a:latin typeface="Menlo-Regular" charset="0"/>
              </a:rPr>
              <a:t>(</a:t>
            </a:r>
            <a:r>
              <a:rPr lang="en-US" sz="1400" dirty="0">
                <a:solidFill>
                  <a:srgbClr val="EC4307"/>
                </a:solidFill>
                <a:latin typeface="Menlo-Regular" charset="0"/>
              </a:rPr>
              <a:t>'root'</a:t>
            </a:r>
            <a:r>
              <a:rPr lang="en-US" sz="1400" dirty="0">
                <a:solidFill>
                  <a:srgbClr val="000000"/>
                </a:solidFill>
                <a:latin typeface="Menlo-Regular" charset="0"/>
              </a:rPr>
              <a:t>)</a:t>
            </a:r>
          </a:p>
          <a:p>
            <a:r>
              <a:rPr lang="mr-IN" sz="1400" dirty="0">
                <a:solidFill>
                  <a:srgbClr val="000000"/>
                </a:solidFill>
                <a:latin typeface="Menlo-Regular" charset="0"/>
              </a:rPr>
              <a:t>);</a:t>
            </a:r>
          </a:p>
          <a:p>
            <a:endParaRPr lang="mr-IN" sz="1400" dirty="0">
              <a:solidFill>
                <a:srgbClr val="000000"/>
              </a:solidFill>
              <a:latin typeface="Menlo-Regular" charset="0"/>
            </a:endParaRPr>
          </a:p>
          <a:p>
            <a:endParaRPr lang="mr-IN" sz="1400" dirty="0">
              <a:solidFill>
                <a:srgbClr val="000000"/>
              </a:solidFill>
              <a:latin typeface="Menlo-Regular" charset="0"/>
            </a:endParaRPr>
          </a:p>
          <a:p>
            <a:endParaRPr lang="mr-IN" sz="1400" dirty="0">
              <a:solidFill>
                <a:srgbClr val="000000"/>
              </a:solidFill>
              <a:latin typeface="Menlo-Regular" charset="0"/>
            </a:endParaRPr>
          </a:p>
          <a:p>
            <a:endParaRPr lang="en-US" sz="14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0219" y="3421068"/>
            <a:ext cx="4401781" cy="3413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76624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React</a:t>
            </a:r>
            <a:endParaRPr lang="en-US" i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sz="1400" dirty="0">
                <a:solidFill>
                  <a:schemeClr val="bg2"/>
                </a:solidFill>
                <a:latin typeface="Menlo-Regular" charset="0"/>
              </a:rPr>
              <a:t>import React from 'react';</a:t>
            </a:r>
          </a:p>
          <a:p>
            <a:r>
              <a:rPr lang="en-US" sz="1400" dirty="0">
                <a:solidFill>
                  <a:schemeClr val="bg2"/>
                </a:solidFill>
                <a:latin typeface="Menlo-Regular" charset="0"/>
              </a:rPr>
              <a:t>import </a:t>
            </a:r>
            <a:r>
              <a:rPr lang="en-US" sz="1400" dirty="0" err="1">
                <a:solidFill>
                  <a:schemeClr val="bg2"/>
                </a:solidFill>
                <a:latin typeface="Menlo-Regular" charset="0"/>
              </a:rPr>
              <a:t>ReactDOM</a:t>
            </a:r>
            <a:r>
              <a:rPr lang="en-US" sz="1400" dirty="0">
                <a:solidFill>
                  <a:schemeClr val="bg2"/>
                </a:solidFill>
                <a:latin typeface="Menlo-Regular" charset="0"/>
              </a:rPr>
              <a:t> from 'react-</a:t>
            </a:r>
            <a:r>
              <a:rPr lang="en-US" sz="1400" dirty="0" err="1">
                <a:solidFill>
                  <a:schemeClr val="bg2"/>
                </a:solidFill>
                <a:latin typeface="Menlo-Regular" charset="0"/>
              </a:rPr>
              <a:t>dom</a:t>
            </a:r>
            <a:r>
              <a:rPr lang="en-US" sz="1400" dirty="0">
                <a:solidFill>
                  <a:schemeClr val="bg2"/>
                </a:solidFill>
                <a:latin typeface="Menlo-Regular" charset="0"/>
              </a:rPr>
              <a:t>';</a:t>
            </a:r>
          </a:p>
          <a:p>
            <a:endParaRPr lang="en-US" sz="1400" dirty="0">
              <a:solidFill>
                <a:schemeClr val="bg2"/>
              </a:solidFill>
              <a:latin typeface="Menlo-Regular" charset="0"/>
            </a:endParaRPr>
          </a:p>
          <a:p>
            <a:r>
              <a:rPr lang="en-US" sz="1400" i="1" dirty="0" err="1">
                <a:solidFill>
                  <a:schemeClr val="bg2"/>
                </a:solidFill>
                <a:latin typeface="Menlo-Italic" charset="0"/>
              </a:rPr>
              <a:t>var</a:t>
            </a:r>
            <a:r>
              <a:rPr lang="en-US" sz="1400" dirty="0">
                <a:solidFill>
                  <a:schemeClr val="bg2"/>
                </a:solidFill>
                <a:latin typeface="Menlo-Regular" charset="0"/>
              </a:rPr>
              <a:t> view = {</a:t>
            </a:r>
          </a:p>
          <a:p>
            <a:r>
              <a:rPr lang="mr-IN" sz="1400" dirty="0">
                <a:solidFill>
                  <a:schemeClr val="bg2"/>
                </a:solidFill>
                <a:latin typeface="Menlo-Regular" charset="0"/>
              </a:rPr>
              <a:t>    </a:t>
            </a:r>
            <a:r>
              <a:rPr lang="mr-IN" sz="1400" dirty="0" err="1">
                <a:solidFill>
                  <a:schemeClr val="bg2"/>
                </a:solidFill>
                <a:latin typeface="Menlo-Regular" charset="0"/>
              </a:rPr>
              <a:t>title</a:t>
            </a:r>
            <a:r>
              <a:rPr lang="mr-IN" sz="1400" dirty="0">
                <a:solidFill>
                  <a:schemeClr val="bg2"/>
                </a:solidFill>
                <a:latin typeface="Menlo-Regular" charset="0"/>
              </a:rPr>
              <a:t>: "</a:t>
            </a:r>
            <a:r>
              <a:rPr lang="mr-IN" sz="1400" dirty="0" err="1">
                <a:solidFill>
                  <a:schemeClr val="bg2"/>
                </a:solidFill>
                <a:latin typeface="Menlo-Regular" charset="0"/>
              </a:rPr>
              <a:t>Joe</a:t>
            </a:r>
            <a:r>
              <a:rPr lang="mr-IN" sz="1400" dirty="0">
                <a:solidFill>
                  <a:schemeClr val="bg2"/>
                </a:solidFill>
                <a:latin typeface="Menlo-Regular" charset="0"/>
              </a:rPr>
              <a:t>",</a:t>
            </a:r>
          </a:p>
          <a:p>
            <a:r>
              <a:rPr lang="ro-RO" sz="1400" dirty="0">
                <a:solidFill>
                  <a:schemeClr val="bg2"/>
                </a:solidFill>
                <a:latin typeface="Menlo-Regular" charset="0"/>
              </a:rPr>
              <a:t>    calc: </a:t>
            </a:r>
            <a:r>
              <a:rPr lang="ro-RO" sz="1400" i="1" dirty="0" err="1">
                <a:solidFill>
                  <a:schemeClr val="bg2"/>
                </a:solidFill>
                <a:latin typeface="Menlo-Italic" charset="0"/>
              </a:rPr>
              <a:t>function</a:t>
            </a:r>
            <a:r>
              <a:rPr lang="ro-RO" sz="1400" dirty="0">
                <a:solidFill>
                  <a:schemeClr val="bg2"/>
                </a:solidFill>
                <a:latin typeface="Menlo-Regular" charset="0"/>
              </a:rPr>
              <a:t> () {</a:t>
            </a:r>
          </a:p>
          <a:p>
            <a:r>
              <a:rPr lang="mr-IN" sz="1400" dirty="0">
                <a:solidFill>
                  <a:schemeClr val="bg2"/>
                </a:solidFill>
                <a:latin typeface="Menlo-Regular" charset="0"/>
              </a:rPr>
              <a:t>        </a:t>
            </a:r>
            <a:r>
              <a:rPr lang="mr-IN" sz="1400" dirty="0" err="1">
                <a:solidFill>
                  <a:schemeClr val="bg2"/>
                </a:solidFill>
                <a:latin typeface="Menlo-Regular" charset="0"/>
              </a:rPr>
              <a:t>return</a:t>
            </a:r>
            <a:r>
              <a:rPr lang="mr-IN" sz="1400" dirty="0">
                <a:solidFill>
                  <a:schemeClr val="bg2"/>
                </a:solidFill>
                <a:latin typeface="Menlo-Regular" charset="0"/>
              </a:rPr>
              <a:t> 2 + 4;</a:t>
            </a:r>
          </a:p>
          <a:p>
            <a:r>
              <a:rPr lang="mr-IN" sz="1400" dirty="0">
                <a:solidFill>
                  <a:schemeClr val="bg2"/>
                </a:solidFill>
                <a:latin typeface="Menlo-Regular" charset="0"/>
              </a:rPr>
              <a:t>    }</a:t>
            </a:r>
          </a:p>
          <a:p>
            <a:r>
              <a:rPr lang="mr-IN" sz="1400" dirty="0">
                <a:solidFill>
                  <a:schemeClr val="bg2"/>
                </a:solidFill>
                <a:latin typeface="Menlo-Regular" charset="0"/>
              </a:rPr>
              <a:t>};</a:t>
            </a:r>
          </a:p>
          <a:p>
            <a:endParaRPr lang="mr-IN" sz="1400" dirty="0">
              <a:solidFill>
                <a:srgbClr val="000000"/>
              </a:solidFill>
              <a:latin typeface="Menlo-Regular" charset="0"/>
            </a:endParaRPr>
          </a:p>
          <a:p>
            <a:r>
              <a:rPr lang="en-US" sz="1400" dirty="0" err="1">
                <a:solidFill>
                  <a:srgbClr val="000000"/>
                </a:solidFill>
                <a:latin typeface="Menlo-Regular" charset="0"/>
              </a:rPr>
              <a:t>ReactDOM.</a:t>
            </a:r>
            <a:r>
              <a:rPr lang="en-US" sz="1400" dirty="0" err="1">
                <a:solidFill>
                  <a:srgbClr val="5AA314"/>
                </a:solidFill>
                <a:latin typeface="Menlo-Regular" charset="0"/>
              </a:rPr>
              <a:t>render</a:t>
            </a:r>
            <a:r>
              <a:rPr lang="en-US" sz="1400" dirty="0">
                <a:solidFill>
                  <a:srgbClr val="000000"/>
                </a:solidFill>
                <a:latin typeface="Menlo-Regular" charset="0"/>
              </a:rPr>
              <a:t>(</a:t>
            </a:r>
          </a:p>
          <a:p>
            <a:r>
              <a:rPr lang="en-US" sz="1400" dirty="0">
                <a:solidFill>
                  <a:srgbClr val="000000"/>
                </a:solidFill>
                <a:latin typeface="Menlo-Regular" charset="0"/>
              </a:rPr>
              <a:t>  &lt;</a:t>
            </a:r>
            <a:r>
              <a:rPr lang="en-US" sz="1400" dirty="0">
                <a:solidFill>
                  <a:srgbClr val="F4005F"/>
                </a:solidFill>
                <a:latin typeface="Menlo-Regular" charset="0"/>
              </a:rPr>
              <a:t>span</a:t>
            </a:r>
            <a:r>
              <a:rPr lang="en-US" sz="1400" dirty="0">
                <a:solidFill>
                  <a:srgbClr val="000000"/>
                </a:solidFill>
                <a:latin typeface="Menlo-Regular" charset="0"/>
              </a:rPr>
              <a:t>&gt;{</a:t>
            </a:r>
            <a:r>
              <a:rPr lang="en-US" sz="1400" dirty="0" err="1">
                <a:solidFill>
                  <a:srgbClr val="000000"/>
                </a:solidFill>
                <a:latin typeface="Menlo-Regular" charset="0"/>
              </a:rPr>
              <a:t>view.title</a:t>
            </a:r>
            <a:r>
              <a:rPr lang="en-US" sz="1400" dirty="0">
                <a:solidFill>
                  <a:srgbClr val="000000"/>
                </a:solidFill>
                <a:latin typeface="Menlo-Regular" charset="0"/>
              </a:rPr>
              <a:t>} spends {</a:t>
            </a:r>
            <a:r>
              <a:rPr lang="en-US" sz="1400" dirty="0" err="1">
                <a:solidFill>
                  <a:srgbClr val="000000"/>
                </a:solidFill>
                <a:latin typeface="Menlo-Regular" charset="0"/>
              </a:rPr>
              <a:t>view.</a:t>
            </a:r>
            <a:r>
              <a:rPr lang="en-US" sz="1400" dirty="0" err="1">
                <a:solidFill>
                  <a:srgbClr val="5AA314"/>
                </a:solidFill>
                <a:latin typeface="Menlo-Regular" charset="0"/>
              </a:rPr>
              <a:t>calc</a:t>
            </a:r>
            <a:r>
              <a:rPr lang="en-US" sz="1400" dirty="0">
                <a:solidFill>
                  <a:srgbClr val="000000"/>
                </a:solidFill>
                <a:latin typeface="Menlo-Regular" charset="0"/>
              </a:rPr>
              <a:t>()}&lt;/</a:t>
            </a:r>
            <a:r>
              <a:rPr lang="en-US" sz="1400" dirty="0">
                <a:solidFill>
                  <a:srgbClr val="F4005F"/>
                </a:solidFill>
                <a:latin typeface="Menlo-Regular" charset="0"/>
              </a:rPr>
              <a:t>span</a:t>
            </a:r>
            <a:r>
              <a:rPr lang="en-US" sz="1400" dirty="0">
                <a:solidFill>
                  <a:srgbClr val="000000"/>
                </a:solidFill>
                <a:latin typeface="Menlo-Regular" charset="0"/>
              </a:rPr>
              <a:t>&gt;,</a:t>
            </a:r>
          </a:p>
          <a:p>
            <a:r>
              <a:rPr lang="en-US" sz="1400" dirty="0">
                <a:solidFill>
                  <a:schemeClr val="bg2"/>
                </a:solidFill>
                <a:latin typeface="Menlo-Regular" charset="0"/>
              </a:rPr>
              <a:t>  </a:t>
            </a:r>
            <a:r>
              <a:rPr lang="en-US" sz="1400" dirty="0" err="1">
                <a:solidFill>
                  <a:schemeClr val="bg2"/>
                </a:solidFill>
                <a:latin typeface="Menlo-Regular" charset="0"/>
              </a:rPr>
              <a:t>document.getElementById</a:t>
            </a:r>
            <a:r>
              <a:rPr lang="en-US" sz="1400" dirty="0">
                <a:solidFill>
                  <a:schemeClr val="bg2"/>
                </a:solidFill>
                <a:latin typeface="Menlo-Regular" charset="0"/>
              </a:rPr>
              <a:t>('root')</a:t>
            </a:r>
          </a:p>
          <a:p>
            <a:r>
              <a:rPr lang="mr-IN" sz="1400" dirty="0">
                <a:solidFill>
                  <a:srgbClr val="000000"/>
                </a:solidFill>
                <a:latin typeface="Menlo-Regular" charset="0"/>
              </a:rPr>
              <a:t>);</a:t>
            </a:r>
          </a:p>
          <a:p>
            <a:endParaRPr lang="mr-IN" sz="1400" dirty="0">
              <a:solidFill>
                <a:srgbClr val="000000"/>
              </a:solidFill>
              <a:latin typeface="Menlo-Regular" charset="0"/>
            </a:endParaRPr>
          </a:p>
          <a:p>
            <a:endParaRPr lang="mr-IN" sz="1400" dirty="0">
              <a:solidFill>
                <a:srgbClr val="000000"/>
              </a:solidFill>
              <a:latin typeface="Menlo-Regular" charset="0"/>
            </a:endParaRPr>
          </a:p>
          <a:p>
            <a:endParaRPr lang="mr-IN" sz="1400" dirty="0">
              <a:solidFill>
                <a:srgbClr val="000000"/>
              </a:solidFill>
              <a:latin typeface="Menlo-Regular" charset="0"/>
            </a:endParaRPr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879429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React</a:t>
            </a:r>
            <a:endParaRPr lang="en-US" i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Autofit/>
          </a:bodyPr>
          <a:lstStyle/>
          <a:p>
            <a:r>
              <a:rPr lang="en-US" sz="1400" dirty="0">
                <a:solidFill>
                  <a:schemeClr val="bg2"/>
                </a:solidFill>
                <a:latin typeface="Menlo-Regular" charset="0"/>
              </a:rPr>
              <a:t>import React from 'react';</a:t>
            </a:r>
          </a:p>
          <a:p>
            <a:r>
              <a:rPr lang="en-US" sz="1400" dirty="0">
                <a:solidFill>
                  <a:schemeClr val="bg2"/>
                </a:solidFill>
                <a:latin typeface="Menlo-Regular" charset="0"/>
              </a:rPr>
              <a:t>import </a:t>
            </a:r>
            <a:r>
              <a:rPr lang="en-US" sz="1400" dirty="0" err="1">
                <a:solidFill>
                  <a:schemeClr val="bg2"/>
                </a:solidFill>
                <a:latin typeface="Menlo-Regular" charset="0"/>
              </a:rPr>
              <a:t>ReactDOM</a:t>
            </a:r>
            <a:r>
              <a:rPr lang="en-US" sz="1400" dirty="0">
                <a:solidFill>
                  <a:schemeClr val="bg2"/>
                </a:solidFill>
                <a:latin typeface="Menlo-Regular" charset="0"/>
              </a:rPr>
              <a:t> from 'react-</a:t>
            </a:r>
            <a:r>
              <a:rPr lang="en-US" sz="1400" dirty="0" err="1">
                <a:solidFill>
                  <a:schemeClr val="bg2"/>
                </a:solidFill>
                <a:latin typeface="Menlo-Regular" charset="0"/>
              </a:rPr>
              <a:t>dom</a:t>
            </a:r>
            <a:r>
              <a:rPr lang="en-US" sz="1400" dirty="0">
                <a:solidFill>
                  <a:schemeClr val="bg2"/>
                </a:solidFill>
                <a:latin typeface="Menlo-Regular" charset="0"/>
              </a:rPr>
              <a:t>';</a:t>
            </a:r>
          </a:p>
          <a:p>
            <a:endParaRPr lang="en-US" sz="1400" i="1" dirty="0">
              <a:solidFill>
                <a:schemeClr val="bg2"/>
              </a:solidFill>
              <a:latin typeface="Menlo-Italic" charset="0"/>
            </a:endParaRPr>
          </a:p>
          <a:p>
            <a:r>
              <a:rPr lang="en-US" sz="1400" i="1" dirty="0" err="1">
                <a:solidFill>
                  <a:schemeClr val="bg2"/>
                </a:solidFill>
                <a:latin typeface="Menlo-Italic" charset="0"/>
              </a:rPr>
              <a:t>var</a:t>
            </a:r>
            <a:r>
              <a:rPr lang="en-US" sz="1400" dirty="0">
                <a:solidFill>
                  <a:schemeClr val="bg2"/>
                </a:solidFill>
                <a:latin typeface="Menlo-Regular" charset="0"/>
              </a:rPr>
              <a:t> view = {</a:t>
            </a:r>
          </a:p>
          <a:p>
            <a:r>
              <a:rPr lang="mr-IN" sz="1400" dirty="0">
                <a:solidFill>
                  <a:schemeClr val="bg2"/>
                </a:solidFill>
                <a:latin typeface="Menlo-Regular" charset="0"/>
              </a:rPr>
              <a:t>    </a:t>
            </a:r>
            <a:r>
              <a:rPr lang="mr-IN" sz="1400" dirty="0" err="1">
                <a:solidFill>
                  <a:schemeClr val="bg2"/>
                </a:solidFill>
                <a:latin typeface="Menlo-Regular" charset="0"/>
              </a:rPr>
              <a:t>title</a:t>
            </a:r>
            <a:r>
              <a:rPr lang="mr-IN" sz="1400" dirty="0">
                <a:solidFill>
                  <a:schemeClr val="bg2"/>
                </a:solidFill>
                <a:latin typeface="Menlo-Regular" charset="0"/>
              </a:rPr>
              <a:t>: "</a:t>
            </a:r>
            <a:r>
              <a:rPr lang="mr-IN" sz="1400" dirty="0" err="1">
                <a:solidFill>
                  <a:schemeClr val="bg2"/>
                </a:solidFill>
                <a:latin typeface="Menlo-Regular" charset="0"/>
              </a:rPr>
              <a:t>Joe</a:t>
            </a:r>
            <a:r>
              <a:rPr lang="mr-IN" sz="1400" dirty="0">
                <a:solidFill>
                  <a:schemeClr val="bg2"/>
                </a:solidFill>
                <a:latin typeface="Menlo-Regular" charset="0"/>
              </a:rPr>
              <a:t>",</a:t>
            </a:r>
          </a:p>
          <a:p>
            <a:r>
              <a:rPr lang="ro-RO" sz="1400" dirty="0">
                <a:solidFill>
                  <a:schemeClr val="bg2"/>
                </a:solidFill>
                <a:latin typeface="Menlo-Regular" charset="0"/>
              </a:rPr>
              <a:t>    calc: </a:t>
            </a:r>
            <a:r>
              <a:rPr lang="ro-RO" sz="1400" i="1" dirty="0" err="1">
                <a:solidFill>
                  <a:schemeClr val="bg2"/>
                </a:solidFill>
                <a:latin typeface="Menlo-Italic" charset="0"/>
              </a:rPr>
              <a:t>function</a:t>
            </a:r>
            <a:r>
              <a:rPr lang="ro-RO" sz="1400" dirty="0">
                <a:solidFill>
                  <a:schemeClr val="bg2"/>
                </a:solidFill>
                <a:latin typeface="Menlo-Regular" charset="0"/>
              </a:rPr>
              <a:t> () {</a:t>
            </a:r>
          </a:p>
          <a:p>
            <a:r>
              <a:rPr lang="mr-IN" sz="1400" dirty="0">
                <a:solidFill>
                  <a:schemeClr val="bg2"/>
                </a:solidFill>
                <a:latin typeface="Menlo-Regular" charset="0"/>
              </a:rPr>
              <a:t>        </a:t>
            </a:r>
            <a:r>
              <a:rPr lang="mr-IN" sz="1400" dirty="0" err="1">
                <a:solidFill>
                  <a:schemeClr val="bg2"/>
                </a:solidFill>
                <a:latin typeface="Menlo-Regular" charset="0"/>
              </a:rPr>
              <a:t>return</a:t>
            </a:r>
            <a:r>
              <a:rPr lang="mr-IN" sz="1400" dirty="0">
                <a:solidFill>
                  <a:schemeClr val="bg2"/>
                </a:solidFill>
                <a:latin typeface="Menlo-Regular" charset="0"/>
              </a:rPr>
              <a:t> 2 + 4;</a:t>
            </a:r>
          </a:p>
          <a:p>
            <a:r>
              <a:rPr lang="mr-IN" sz="1400" dirty="0">
                <a:solidFill>
                  <a:schemeClr val="bg2"/>
                </a:solidFill>
                <a:latin typeface="Menlo-Regular" charset="0"/>
              </a:rPr>
              <a:t>    }</a:t>
            </a:r>
          </a:p>
          <a:p>
            <a:r>
              <a:rPr lang="mr-IN" sz="1400" dirty="0">
                <a:solidFill>
                  <a:schemeClr val="bg2"/>
                </a:solidFill>
                <a:latin typeface="Menlo-Regular" charset="0"/>
              </a:rPr>
              <a:t>};</a:t>
            </a:r>
          </a:p>
          <a:p>
            <a:endParaRPr lang="mr-IN" sz="1400" dirty="0">
              <a:solidFill>
                <a:srgbClr val="000000"/>
              </a:solidFill>
              <a:latin typeface="Menlo-Regular" charset="0"/>
            </a:endParaRPr>
          </a:p>
          <a:p>
            <a:r>
              <a:rPr lang="en-US" sz="1400" i="1" dirty="0">
                <a:solidFill>
                  <a:srgbClr val="28C6E4"/>
                </a:solidFill>
                <a:latin typeface="Menlo" charset="0"/>
              </a:rPr>
              <a:t>class</a:t>
            </a:r>
            <a:r>
              <a:rPr lang="en-US" sz="1400" dirty="0">
                <a:solidFill>
                  <a:srgbClr val="000000"/>
                </a:solidFill>
                <a:latin typeface="Menlo" charset="0"/>
              </a:rPr>
              <a:t> </a:t>
            </a:r>
            <a:r>
              <a:rPr lang="en-US" sz="1400" dirty="0">
                <a:solidFill>
                  <a:srgbClr val="000000"/>
                </a:solidFill>
                <a:latin typeface="Menlo-Regular" charset="0"/>
              </a:rPr>
              <a:t>App extends </a:t>
            </a:r>
            <a:r>
              <a:rPr lang="en-US" sz="1400" dirty="0" err="1">
                <a:solidFill>
                  <a:srgbClr val="000000"/>
                </a:solidFill>
                <a:latin typeface="Menlo-Regular" charset="0"/>
              </a:rPr>
              <a:t>React.Component</a:t>
            </a:r>
            <a:r>
              <a:rPr lang="en-US" sz="1400" dirty="0">
                <a:solidFill>
                  <a:srgbClr val="000000"/>
                </a:solidFill>
                <a:latin typeface="Menlo-Regular" charset="0"/>
              </a:rPr>
              <a:t> {</a:t>
            </a:r>
          </a:p>
          <a:p>
            <a:r>
              <a:rPr lang="mr-IN" sz="1400" dirty="0">
                <a:solidFill>
                  <a:srgbClr val="000000"/>
                </a:solidFill>
                <a:latin typeface="Menlo-Regular" charset="0"/>
              </a:rPr>
              <a:t>    </a:t>
            </a:r>
            <a:r>
              <a:rPr lang="mr-IN" sz="1400" dirty="0" err="1">
                <a:solidFill>
                  <a:srgbClr val="5AA314"/>
                </a:solidFill>
                <a:latin typeface="Menlo-Regular" charset="0"/>
              </a:rPr>
              <a:t>render</a:t>
            </a:r>
            <a:r>
              <a:rPr lang="mr-IN" sz="1400" dirty="0">
                <a:solidFill>
                  <a:srgbClr val="000000"/>
                </a:solidFill>
                <a:latin typeface="Menlo-Regular" charset="0"/>
              </a:rPr>
              <a:t>() {</a:t>
            </a:r>
          </a:p>
          <a:p>
            <a:r>
              <a:rPr lang="en-US" sz="1400" dirty="0">
                <a:solidFill>
                  <a:srgbClr val="000000"/>
                </a:solidFill>
                <a:latin typeface="Menlo-Regular" charset="0"/>
              </a:rPr>
              <a:t>        </a:t>
            </a:r>
            <a:r>
              <a:rPr lang="en-US" sz="1400" dirty="0">
                <a:solidFill>
                  <a:srgbClr val="F4005F"/>
                </a:solidFill>
                <a:latin typeface="Menlo-Regular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Menlo-Regular" charset="0"/>
              </a:rPr>
              <a:t> &lt;</a:t>
            </a:r>
            <a:r>
              <a:rPr lang="en-US" sz="1400" dirty="0">
                <a:solidFill>
                  <a:srgbClr val="F4005F"/>
                </a:solidFill>
                <a:latin typeface="Menlo-Regular" charset="0"/>
              </a:rPr>
              <a:t>span</a:t>
            </a:r>
            <a:r>
              <a:rPr lang="en-US" sz="1400" dirty="0">
                <a:solidFill>
                  <a:srgbClr val="000000"/>
                </a:solidFill>
                <a:latin typeface="Menlo-Regular" charset="0"/>
              </a:rPr>
              <a:t>&gt;{</a:t>
            </a:r>
            <a:r>
              <a:rPr lang="en-US" sz="1400" dirty="0" err="1">
                <a:solidFill>
                  <a:srgbClr val="000000"/>
                </a:solidFill>
                <a:latin typeface="Menlo-Regular" charset="0"/>
              </a:rPr>
              <a:t>view.title</a:t>
            </a:r>
            <a:r>
              <a:rPr lang="en-US" sz="1400" dirty="0">
                <a:solidFill>
                  <a:srgbClr val="000000"/>
                </a:solidFill>
                <a:latin typeface="Menlo-Regular" charset="0"/>
              </a:rPr>
              <a:t>} spends {</a:t>
            </a:r>
            <a:r>
              <a:rPr lang="en-US" sz="1400" dirty="0" err="1">
                <a:solidFill>
                  <a:srgbClr val="000000"/>
                </a:solidFill>
                <a:latin typeface="Menlo-Regular" charset="0"/>
              </a:rPr>
              <a:t>view.</a:t>
            </a:r>
            <a:r>
              <a:rPr lang="en-US" sz="1400" dirty="0" err="1">
                <a:solidFill>
                  <a:srgbClr val="5AA314"/>
                </a:solidFill>
                <a:latin typeface="Menlo-Regular" charset="0"/>
              </a:rPr>
              <a:t>calc</a:t>
            </a:r>
            <a:r>
              <a:rPr lang="en-US" sz="1400" dirty="0">
                <a:solidFill>
                  <a:srgbClr val="000000"/>
                </a:solidFill>
                <a:latin typeface="Menlo-Regular" charset="0"/>
              </a:rPr>
              <a:t>()}&lt;/</a:t>
            </a:r>
            <a:r>
              <a:rPr lang="en-US" sz="1400" dirty="0">
                <a:solidFill>
                  <a:srgbClr val="F4005F"/>
                </a:solidFill>
                <a:latin typeface="Menlo-Regular" charset="0"/>
              </a:rPr>
              <a:t>span</a:t>
            </a:r>
            <a:r>
              <a:rPr lang="en-US" sz="1400" dirty="0">
                <a:solidFill>
                  <a:srgbClr val="000000"/>
                </a:solidFill>
                <a:latin typeface="Menlo-Regular" charset="0"/>
              </a:rPr>
              <a:t>&gt;</a:t>
            </a:r>
          </a:p>
          <a:p>
            <a:r>
              <a:rPr lang="mr-IN" sz="1400" dirty="0">
                <a:solidFill>
                  <a:srgbClr val="000000"/>
                </a:solidFill>
                <a:latin typeface="Menlo-Regular" charset="0"/>
              </a:rPr>
              <a:t>    }</a:t>
            </a:r>
          </a:p>
          <a:p>
            <a:r>
              <a:rPr lang="mr-IN" sz="1400" dirty="0">
                <a:solidFill>
                  <a:srgbClr val="000000"/>
                </a:solidFill>
                <a:latin typeface="Menlo-Regular" charset="0"/>
              </a:rPr>
              <a:t>}</a:t>
            </a:r>
          </a:p>
          <a:p>
            <a:endParaRPr lang="mr-IN" sz="1400" dirty="0">
              <a:solidFill>
                <a:srgbClr val="000000"/>
              </a:solidFill>
              <a:latin typeface="Menlo-Regular" charset="0"/>
            </a:endParaRPr>
          </a:p>
          <a:p>
            <a:r>
              <a:rPr lang="en-US" sz="1400" dirty="0" err="1">
                <a:solidFill>
                  <a:srgbClr val="000000"/>
                </a:solidFill>
                <a:latin typeface="Menlo-Regular" charset="0"/>
              </a:rPr>
              <a:t>ReactDOM.</a:t>
            </a:r>
            <a:r>
              <a:rPr lang="en-US" sz="1400" dirty="0" err="1">
                <a:solidFill>
                  <a:srgbClr val="5AA314"/>
                </a:solidFill>
                <a:latin typeface="Menlo-Regular" charset="0"/>
              </a:rPr>
              <a:t>render</a:t>
            </a:r>
            <a:r>
              <a:rPr lang="en-US" sz="1400" dirty="0">
                <a:solidFill>
                  <a:srgbClr val="000000"/>
                </a:solidFill>
                <a:latin typeface="Menlo-Regular" charset="0"/>
              </a:rPr>
              <a:t>(</a:t>
            </a:r>
          </a:p>
          <a:p>
            <a:r>
              <a:rPr lang="mr-IN" sz="1400" dirty="0">
                <a:solidFill>
                  <a:srgbClr val="000000"/>
                </a:solidFill>
                <a:latin typeface="Menlo-Regular" charset="0"/>
              </a:rPr>
              <a:t>  &lt;</a:t>
            </a:r>
            <a:r>
              <a:rPr lang="mr-IN" sz="1400" dirty="0" err="1">
                <a:solidFill>
                  <a:srgbClr val="F4005F"/>
                </a:solidFill>
                <a:latin typeface="Menlo-Regular" charset="0"/>
              </a:rPr>
              <a:t>App</a:t>
            </a:r>
            <a:r>
              <a:rPr lang="mr-IN" sz="1400" dirty="0">
                <a:solidFill>
                  <a:srgbClr val="000000"/>
                </a:solidFill>
                <a:latin typeface="Menlo-Regular" charset="0"/>
              </a:rPr>
              <a:t> /&gt;,</a:t>
            </a:r>
          </a:p>
          <a:p>
            <a:r>
              <a:rPr lang="en-US" sz="1400" dirty="0">
                <a:solidFill>
                  <a:schemeClr val="bg2"/>
                </a:solidFill>
                <a:latin typeface="Menlo-Regular" charset="0"/>
              </a:rPr>
              <a:t>  </a:t>
            </a:r>
            <a:r>
              <a:rPr lang="en-US" sz="1400" dirty="0" err="1">
                <a:solidFill>
                  <a:schemeClr val="bg2"/>
                </a:solidFill>
                <a:latin typeface="Menlo-Regular" charset="0"/>
              </a:rPr>
              <a:t>document.getElementById</a:t>
            </a:r>
            <a:r>
              <a:rPr lang="en-US" sz="1400" dirty="0">
                <a:solidFill>
                  <a:schemeClr val="bg2"/>
                </a:solidFill>
                <a:latin typeface="Menlo-Regular" charset="0"/>
              </a:rPr>
              <a:t>('root')</a:t>
            </a:r>
          </a:p>
          <a:p>
            <a:r>
              <a:rPr lang="mr-IN" sz="1400" dirty="0">
                <a:solidFill>
                  <a:srgbClr val="000000"/>
                </a:solidFill>
                <a:latin typeface="Menlo-Regular" charset="0"/>
              </a:rPr>
              <a:t>);</a:t>
            </a:r>
          </a:p>
          <a:p>
            <a:endParaRPr lang="mr-IN" sz="1400" dirty="0">
              <a:solidFill>
                <a:srgbClr val="000000"/>
              </a:solidFill>
              <a:latin typeface="Menlo-Regular" charset="0"/>
            </a:endParaRPr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7038498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React </a:t>
            </a:r>
            <a:r>
              <a:rPr lang="en-US" dirty="0" err="1" smtClean="0"/>
              <a:t>način</a:t>
            </a:r>
            <a:endParaRPr lang="en-US" i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Autofit/>
          </a:bodyPr>
          <a:lstStyle/>
          <a:p>
            <a:r>
              <a:rPr lang="en-US" sz="1400" dirty="0">
                <a:solidFill>
                  <a:schemeClr val="bg2"/>
                </a:solidFill>
                <a:latin typeface="Menlo-Regular" charset="0"/>
              </a:rPr>
              <a:t>import React from 'react';</a:t>
            </a:r>
          </a:p>
          <a:p>
            <a:r>
              <a:rPr lang="en-US" sz="1400" dirty="0">
                <a:solidFill>
                  <a:schemeClr val="bg2"/>
                </a:solidFill>
                <a:latin typeface="Menlo-Regular" charset="0"/>
              </a:rPr>
              <a:t>import </a:t>
            </a:r>
            <a:r>
              <a:rPr lang="en-US" sz="1400" dirty="0" err="1">
                <a:solidFill>
                  <a:schemeClr val="bg2"/>
                </a:solidFill>
                <a:latin typeface="Menlo-Regular" charset="0"/>
              </a:rPr>
              <a:t>ReactDOM</a:t>
            </a:r>
            <a:r>
              <a:rPr lang="en-US" sz="1400" dirty="0">
                <a:solidFill>
                  <a:schemeClr val="bg2"/>
                </a:solidFill>
                <a:latin typeface="Menlo-Regular" charset="0"/>
              </a:rPr>
              <a:t> from 'react-</a:t>
            </a:r>
            <a:r>
              <a:rPr lang="en-US" sz="1400" dirty="0" err="1">
                <a:solidFill>
                  <a:schemeClr val="bg2"/>
                </a:solidFill>
                <a:latin typeface="Menlo-Regular" charset="0"/>
              </a:rPr>
              <a:t>dom</a:t>
            </a:r>
            <a:r>
              <a:rPr lang="en-US" sz="1400" dirty="0">
                <a:solidFill>
                  <a:schemeClr val="bg2"/>
                </a:solidFill>
                <a:latin typeface="Menlo-Regular" charset="0"/>
              </a:rPr>
              <a:t>';</a:t>
            </a:r>
          </a:p>
          <a:p>
            <a:endParaRPr lang="en-US" sz="1400" dirty="0">
              <a:solidFill>
                <a:schemeClr val="bg2"/>
              </a:solidFill>
              <a:latin typeface="Menlo-Regular" charset="0"/>
            </a:endParaRPr>
          </a:p>
          <a:p>
            <a:r>
              <a:rPr lang="en-US" sz="1400" i="1" dirty="0" err="1">
                <a:solidFill>
                  <a:schemeClr val="bg2"/>
                </a:solidFill>
                <a:latin typeface="Menlo-Italic" charset="0"/>
              </a:rPr>
              <a:t>var</a:t>
            </a:r>
            <a:r>
              <a:rPr lang="en-US" sz="1400" dirty="0">
                <a:solidFill>
                  <a:schemeClr val="bg2"/>
                </a:solidFill>
                <a:latin typeface="Menlo-Regular" charset="0"/>
              </a:rPr>
              <a:t> view = {</a:t>
            </a:r>
          </a:p>
          <a:p>
            <a:r>
              <a:rPr lang="mr-IN" sz="1400" dirty="0">
                <a:solidFill>
                  <a:schemeClr val="bg2"/>
                </a:solidFill>
                <a:latin typeface="Menlo-Regular" charset="0"/>
              </a:rPr>
              <a:t>    </a:t>
            </a:r>
            <a:r>
              <a:rPr lang="mr-IN" sz="1400" dirty="0" err="1">
                <a:solidFill>
                  <a:schemeClr val="bg2"/>
                </a:solidFill>
                <a:latin typeface="Menlo-Regular" charset="0"/>
              </a:rPr>
              <a:t>title</a:t>
            </a:r>
            <a:r>
              <a:rPr lang="mr-IN" sz="1400" dirty="0">
                <a:solidFill>
                  <a:schemeClr val="bg2"/>
                </a:solidFill>
                <a:latin typeface="Menlo-Regular" charset="0"/>
              </a:rPr>
              <a:t>: "</a:t>
            </a:r>
            <a:r>
              <a:rPr lang="mr-IN" sz="1400" dirty="0" err="1">
                <a:solidFill>
                  <a:schemeClr val="bg2"/>
                </a:solidFill>
                <a:latin typeface="Menlo-Regular" charset="0"/>
              </a:rPr>
              <a:t>Joe</a:t>
            </a:r>
            <a:r>
              <a:rPr lang="mr-IN" sz="1400" dirty="0">
                <a:solidFill>
                  <a:schemeClr val="bg2"/>
                </a:solidFill>
                <a:latin typeface="Menlo-Regular" charset="0"/>
              </a:rPr>
              <a:t>",</a:t>
            </a:r>
          </a:p>
          <a:p>
            <a:r>
              <a:rPr lang="ro-RO" sz="1400" dirty="0">
                <a:solidFill>
                  <a:schemeClr val="bg2"/>
                </a:solidFill>
                <a:latin typeface="Menlo-Regular" charset="0"/>
              </a:rPr>
              <a:t>    calc: </a:t>
            </a:r>
            <a:r>
              <a:rPr lang="ro-RO" sz="1400" i="1" dirty="0" err="1">
                <a:solidFill>
                  <a:schemeClr val="bg2"/>
                </a:solidFill>
                <a:latin typeface="Menlo-Italic" charset="0"/>
              </a:rPr>
              <a:t>function</a:t>
            </a:r>
            <a:r>
              <a:rPr lang="ro-RO" sz="1400" dirty="0">
                <a:solidFill>
                  <a:schemeClr val="bg2"/>
                </a:solidFill>
                <a:latin typeface="Menlo-Regular" charset="0"/>
              </a:rPr>
              <a:t> () {</a:t>
            </a:r>
          </a:p>
          <a:p>
            <a:r>
              <a:rPr lang="mr-IN" sz="1400" dirty="0">
                <a:solidFill>
                  <a:schemeClr val="bg2"/>
                </a:solidFill>
                <a:latin typeface="Menlo-Regular" charset="0"/>
              </a:rPr>
              <a:t>        </a:t>
            </a:r>
            <a:r>
              <a:rPr lang="mr-IN" sz="1400" dirty="0" err="1">
                <a:solidFill>
                  <a:schemeClr val="bg2"/>
                </a:solidFill>
                <a:latin typeface="Menlo-Regular" charset="0"/>
              </a:rPr>
              <a:t>return</a:t>
            </a:r>
            <a:r>
              <a:rPr lang="mr-IN" sz="1400" dirty="0">
                <a:solidFill>
                  <a:schemeClr val="bg2"/>
                </a:solidFill>
                <a:latin typeface="Menlo-Regular" charset="0"/>
              </a:rPr>
              <a:t> 2 + 4;</a:t>
            </a:r>
          </a:p>
          <a:p>
            <a:r>
              <a:rPr lang="mr-IN" sz="1400" dirty="0">
                <a:solidFill>
                  <a:schemeClr val="bg2"/>
                </a:solidFill>
                <a:latin typeface="Menlo-Regular" charset="0"/>
              </a:rPr>
              <a:t>    }</a:t>
            </a:r>
          </a:p>
          <a:p>
            <a:r>
              <a:rPr lang="mr-IN" sz="1400" dirty="0">
                <a:solidFill>
                  <a:schemeClr val="bg2"/>
                </a:solidFill>
                <a:latin typeface="Menlo-Regular" charset="0"/>
              </a:rPr>
              <a:t>};</a:t>
            </a:r>
          </a:p>
          <a:p>
            <a:endParaRPr lang="mr-IN" sz="1400" dirty="0">
              <a:solidFill>
                <a:srgbClr val="000000"/>
              </a:solidFill>
              <a:latin typeface="Menlo-Regular" charset="0"/>
            </a:endParaRPr>
          </a:p>
          <a:p>
            <a:r>
              <a:rPr lang="en-US" sz="1400" i="1" dirty="0">
                <a:solidFill>
                  <a:srgbClr val="28C6E4"/>
                </a:solidFill>
                <a:latin typeface="Menlo" charset="0"/>
              </a:rPr>
              <a:t>class</a:t>
            </a:r>
            <a:r>
              <a:rPr lang="en-US" sz="1400" dirty="0">
                <a:solidFill>
                  <a:srgbClr val="000000"/>
                </a:solidFill>
                <a:latin typeface="Menlo" charset="0"/>
              </a:rPr>
              <a:t> </a:t>
            </a:r>
            <a:r>
              <a:rPr lang="en-US" sz="1400" dirty="0">
                <a:solidFill>
                  <a:srgbClr val="000000"/>
                </a:solidFill>
                <a:latin typeface="Menlo-Regular" charset="0"/>
              </a:rPr>
              <a:t>App extends </a:t>
            </a:r>
            <a:r>
              <a:rPr lang="en-US" sz="1400" dirty="0" err="1">
                <a:solidFill>
                  <a:srgbClr val="000000"/>
                </a:solidFill>
                <a:latin typeface="Menlo-Regular" charset="0"/>
              </a:rPr>
              <a:t>React.Component</a:t>
            </a:r>
            <a:r>
              <a:rPr lang="en-US" sz="1400" dirty="0">
                <a:solidFill>
                  <a:srgbClr val="000000"/>
                </a:solidFill>
                <a:latin typeface="Menlo-Regular" charset="0"/>
              </a:rPr>
              <a:t> {</a:t>
            </a:r>
          </a:p>
          <a:p>
            <a:r>
              <a:rPr lang="mr-IN" sz="1400" dirty="0">
                <a:solidFill>
                  <a:srgbClr val="000000"/>
                </a:solidFill>
                <a:latin typeface="Menlo-Regular" charset="0"/>
              </a:rPr>
              <a:t>    </a:t>
            </a:r>
            <a:r>
              <a:rPr lang="mr-IN" sz="1400" dirty="0" err="1">
                <a:solidFill>
                  <a:srgbClr val="5AA314"/>
                </a:solidFill>
                <a:latin typeface="Menlo-Regular" charset="0"/>
              </a:rPr>
              <a:t>render</a:t>
            </a:r>
            <a:r>
              <a:rPr lang="mr-IN" sz="1400" dirty="0">
                <a:solidFill>
                  <a:srgbClr val="000000"/>
                </a:solidFill>
                <a:latin typeface="Menlo-Regular" charset="0"/>
              </a:rPr>
              <a:t>() {</a:t>
            </a:r>
          </a:p>
          <a:p>
            <a:r>
              <a:rPr lang="en-US" sz="1400" dirty="0">
                <a:solidFill>
                  <a:srgbClr val="000000"/>
                </a:solidFill>
                <a:latin typeface="Menlo-Regular" charset="0"/>
              </a:rPr>
              <a:t>        </a:t>
            </a:r>
            <a:r>
              <a:rPr lang="en-US" sz="1400" dirty="0">
                <a:solidFill>
                  <a:srgbClr val="F4005F"/>
                </a:solidFill>
                <a:latin typeface="Menlo-Regular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Menlo-Regular" charset="0"/>
              </a:rPr>
              <a:t> &lt;</a:t>
            </a:r>
            <a:r>
              <a:rPr lang="en-US" sz="1400" dirty="0">
                <a:solidFill>
                  <a:srgbClr val="F4005F"/>
                </a:solidFill>
                <a:latin typeface="Menlo-Regular" charset="0"/>
              </a:rPr>
              <a:t>span</a:t>
            </a:r>
            <a:r>
              <a:rPr lang="en-US" sz="1400" dirty="0">
                <a:solidFill>
                  <a:srgbClr val="000000"/>
                </a:solidFill>
                <a:latin typeface="Menlo-Regular" charset="0"/>
              </a:rPr>
              <a:t>&gt;{</a:t>
            </a:r>
            <a:r>
              <a:rPr lang="en-US" sz="1400" dirty="0" err="1">
                <a:solidFill>
                  <a:srgbClr val="000000"/>
                </a:solidFill>
                <a:latin typeface="Menlo-Regular" charset="0"/>
              </a:rPr>
              <a:t>this.props.view.title</a:t>
            </a:r>
            <a:r>
              <a:rPr lang="en-US" sz="1400" dirty="0">
                <a:solidFill>
                  <a:srgbClr val="000000"/>
                </a:solidFill>
                <a:latin typeface="Menlo-Regular" charset="0"/>
              </a:rPr>
              <a:t>} spends {</a:t>
            </a:r>
            <a:r>
              <a:rPr lang="en-US" sz="1400" dirty="0" err="1">
                <a:solidFill>
                  <a:srgbClr val="000000"/>
                </a:solidFill>
                <a:latin typeface="Menlo-Regular" charset="0"/>
              </a:rPr>
              <a:t>this.props.view.</a:t>
            </a:r>
            <a:r>
              <a:rPr lang="en-US" sz="1400" dirty="0" err="1">
                <a:solidFill>
                  <a:srgbClr val="5AA314"/>
                </a:solidFill>
                <a:latin typeface="Menlo-Regular" charset="0"/>
              </a:rPr>
              <a:t>calc</a:t>
            </a:r>
            <a:r>
              <a:rPr lang="en-US" sz="1400" dirty="0">
                <a:solidFill>
                  <a:srgbClr val="000000"/>
                </a:solidFill>
                <a:latin typeface="Menlo-Regular" charset="0"/>
              </a:rPr>
              <a:t>()}&lt;/</a:t>
            </a:r>
            <a:r>
              <a:rPr lang="en-US" sz="1400" dirty="0">
                <a:solidFill>
                  <a:srgbClr val="F4005F"/>
                </a:solidFill>
                <a:latin typeface="Menlo-Regular" charset="0"/>
              </a:rPr>
              <a:t>span</a:t>
            </a:r>
            <a:r>
              <a:rPr lang="en-US" sz="1400" dirty="0">
                <a:solidFill>
                  <a:srgbClr val="000000"/>
                </a:solidFill>
                <a:latin typeface="Menlo-Regular" charset="0"/>
              </a:rPr>
              <a:t>&gt;</a:t>
            </a:r>
          </a:p>
          <a:p>
            <a:r>
              <a:rPr lang="mr-IN" sz="1400" dirty="0">
                <a:solidFill>
                  <a:srgbClr val="000000"/>
                </a:solidFill>
                <a:latin typeface="Menlo-Regular" charset="0"/>
              </a:rPr>
              <a:t>    }</a:t>
            </a:r>
          </a:p>
          <a:p>
            <a:r>
              <a:rPr lang="mr-IN" sz="1400" dirty="0">
                <a:solidFill>
                  <a:srgbClr val="000000"/>
                </a:solidFill>
                <a:latin typeface="Menlo-Regular" charset="0"/>
              </a:rPr>
              <a:t>}</a:t>
            </a:r>
          </a:p>
          <a:p>
            <a:endParaRPr lang="mr-IN" sz="1400" dirty="0">
              <a:solidFill>
                <a:srgbClr val="000000"/>
              </a:solidFill>
              <a:latin typeface="Menlo-Regular" charset="0"/>
            </a:endParaRPr>
          </a:p>
          <a:p>
            <a:r>
              <a:rPr lang="en-US" sz="1400" dirty="0" err="1">
                <a:solidFill>
                  <a:srgbClr val="000000"/>
                </a:solidFill>
                <a:latin typeface="Menlo-Regular" charset="0"/>
              </a:rPr>
              <a:t>ReactDOM.</a:t>
            </a:r>
            <a:r>
              <a:rPr lang="en-US" sz="1400" dirty="0" err="1">
                <a:solidFill>
                  <a:srgbClr val="5AA314"/>
                </a:solidFill>
                <a:latin typeface="Menlo-Regular" charset="0"/>
              </a:rPr>
              <a:t>render</a:t>
            </a:r>
            <a:r>
              <a:rPr lang="en-US" sz="1400" dirty="0">
                <a:solidFill>
                  <a:srgbClr val="000000"/>
                </a:solidFill>
                <a:latin typeface="Menlo-Regular" charset="0"/>
              </a:rPr>
              <a:t>(</a:t>
            </a:r>
          </a:p>
          <a:p>
            <a:r>
              <a:rPr lang="mr-IN" sz="1400" dirty="0">
                <a:solidFill>
                  <a:srgbClr val="000000"/>
                </a:solidFill>
                <a:latin typeface="Menlo-Regular" charset="0"/>
              </a:rPr>
              <a:t>  &lt;</a:t>
            </a:r>
            <a:r>
              <a:rPr lang="mr-IN" sz="1400" dirty="0" err="1">
                <a:solidFill>
                  <a:srgbClr val="F4005F"/>
                </a:solidFill>
                <a:latin typeface="Menlo-Regular" charset="0"/>
              </a:rPr>
              <a:t>App</a:t>
            </a:r>
            <a:r>
              <a:rPr lang="mr-IN" sz="1400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mr-IN" sz="1400" dirty="0" err="1">
                <a:solidFill>
                  <a:srgbClr val="5AA314"/>
                </a:solidFill>
                <a:latin typeface="Menlo-Regular" charset="0"/>
              </a:rPr>
              <a:t>view</a:t>
            </a:r>
            <a:r>
              <a:rPr lang="mr-IN" sz="1400" dirty="0">
                <a:solidFill>
                  <a:srgbClr val="F4005F"/>
                </a:solidFill>
                <a:latin typeface="Menlo-Regular" charset="0"/>
              </a:rPr>
              <a:t>=</a:t>
            </a:r>
            <a:r>
              <a:rPr lang="mr-IN" sz="1400" dirty="0">
                <a:solidFill>
                  <a:srgbClr val="000000"/>
                </a:solidFill>
                <a:latin typeface="Menlo-Regular" charset="0"/>
              </a:rPr>
              <a:t>{</a:t>
            </a:r>
            <a:r>
              <a:rPr lang="mr-IN" sz="1400" dirty="0" err="1">
                <a:solidFill>
                  <a:srgbClr val="000000"/>
                </a:solidFill>
                <a:latin typeface="Menlo-Regular" charset="0"/>
              </a:rPr>
              <a:t>view</a:t>
            </a:r>
            <a:r>
              <a:rPr lang="mr-IN" sz="1400" dirty="0">
                <a:solidFill>
                  <a:srgbClr val="000000"/>
                </a:solidFill>
                <a:latin typeface="Menlo-Regular" charset="0"/>
              </a:rPr>
              <a:t>} /&gt;,</a:t>
            </a:r>
          </a:p>
          <a:p>
            <a:r>
              <a:rPr lang="en-US" sz="1400" dirty="0">
                <a:solidFill>
                  <a:schemeClr val="bg2"/>
                </a:solidFill>
                <a:latin typeface="Menlo-Regular" charset="0"/>
              </a:rPr>
              <a:t>  </a:t>
            </a:r>
            <a:r>
              <a:rPr lang="en-US" sz="1400" dirty="0" err="1">
                <a:solidFill>
                  <a:schemeClr val="bg2"/>
                </a:solidFill>
                <a:latin typeface="Menlo-Regular" charset="0"/>
              </a:rPr>
              <a:t>document.getElementById</a:t>
            </a:r>
            <a:r>
              <a:rPr lang="en-US" sz="1400" dirty="0">
                <a:solidFill>
                  <a:schemeClr val="bg2"/>
                </a:solidFill>
                <a:latin typeface="Menlo-Regular" charset="0"/>
              </a:rPr>
              <a:t>('root')</a:t>
            </a:r>
          </a:p>
          <a:p>
            <a:r>
              <a:rPr lang="mr-IN" sz="1400" dirty="0">
                <a:solidFill>
                  <a:srgbClr val="000000"/>
                </a:solidFill>
                <a:latin typeface="Menlo-Regular" charset="0"/>
              </a:rPr>
              <a:t>);</a:t>
            </a:r>
          </a:p>
          <a:p>
            <a:endParaRPr lang="mr-IN" sz="1400" dirty="0">
              <a:solidFill>
                <a:srgbClr val="000000"/>
              </a:solidFill>
              <a:latin typeface="Menlo-Regular" charset="0"/>
            </a:endParaRPr>
          </a:p>
          <a:p>
            <a:endParaRPr lang="mr-IN" sz="1400" dirty="0">
              <a:solidFill>
                <a:srgbClr val="000000"/>
              </a:solidFill>
              <a:latin typeface="Menlo-Regular" charset="0"/>
            </a:endParaRPr>
          </a:p>
          <a:p>
            <a:endParaRPr lang="mr-IN" sz="1400" dirty="0">
              <a:solidFill>
                <a:srgbClr val="000000"/>
              </a:solidFill>
              <a:latin typeface="Menlo-Regular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0219" y="3421068"/>
            <a:ext cx="4401781" cy="3413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402597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React </a:t>
            </a:r>
            <a:r>
              <a:rPr lang="en-US" dirty="0" err="1" smtClean="0"/>
              <a:t>način</a:t>
            </a:r>
            <a:endParaRPr lang="en-US" i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Autofit/>
          </a:bodyPr>
          <a:lstStyle/>
          <a:p>
            <a:r>
              <a:rPr lang="en-US" sz="1400" dirty="0">
                <a:solidFill>
                  <a:schemeClr val="bg2"/>
                </a:solidFill>
                <a:latin typeface="Menlo-Regular" charset="0"/>
              </a:rPr>
              <a:t>import React from 'react';</a:t>
            </a:r>
          </a:p>
          <a:p>
            <a:r>
              <a:rPr lang="en-US" sz="1400" dirty="0">
                <a:solidFill>
                  <a:schemeClr val="bg2"/>
                </a:solidFill>
                <a:latin typeface="Menlo-Regular" charset="0"/>
              </a:rPr>
              <a:t>import </a:t>
            </a:r>
            <a:r>
              <a:rPr lang="en-US" sz="1400" dirty="0" err="1">
                <a:solidFill>
                  <a:schemeClr val="bg2"/>
                </a:solidFill>
                <a:latin typeface="Menlo-Regular" charset="0"/>
              </a:rPr>
              <a:t>ReactDOM</a:t>
            </a:r>
            <a:r>
              <a:rPr lang="en-US" sz="1400" dirty="0">
                <a:solidFill>
                  <a:schemeClr val="bg2"/>
                </a:solidFill>
                <a:latin typeface="Menlo-Regular" charset="0"/>
              </a:rPr>
              <a:t> from 'react-</a:t>
            </a:r>
            <a:r>
              <a:rPr lang="en-US" sz="1400" dirty="0" err="1">
                <a:solidFill>
                  <a:schemeClr val="bg2"/>
                </a:solidFill>
                <a:latin typeface="Menlo-Regular" charset="0"/>
              </a:rPr>
              <a:t>dom</a:t>
            </a:r>
            <a:r>
              <a:rPr lang="en-US" sz="1400" dirty="0">
                <a:solidFill>
                  <a:schemeClr val="bg2"/>
                </a:solidFill>
                <a:latin typeface="Menlo-Regular" charset="0"/>
              </a:rPr>
              <a:t>';</a:t>
            </a:r>
          </a:p>
          <a:p>
            <a:endParaRPr lang="en-US" sz="1400" dirty="0">
              <a:solidFill>
                <a:schemeClr val="bg2"/>
              </a:solidFill>
              <a:latin typeface="Menlo-Regular" charset="0"/>
            </a:endParaRPr>
          </a:p>
          <a:p>
            <a:r>
              <a:rPr lang="en-US" sz="1400" i="1" dirty="0" err="1">
                <a:solidFill>
                  <a:schemeClr val="bg2"/>
                </a:solidFill>
                <a:latin typeface="Menlo-Italic" charset="0"/>
              </a:rPr>
              <a:t>var</a:t>
            </a:r>
            <a:r>
              <a:rPr lang="en-US" sz="1400" dirty="0">
                <a:solidFill>
                  <a:schemeClr val="bg2"/>
                </a:solidFill>
                <a:latin typeface="Menlo-Regular" charset="0"/>
              </a:rPr>
              <a:t> view = {</a:t>
            </a:r>
          </a:p>
          <a:p>
            <a:r>
              <a:rPr lang="mr-IN" sz="1400" dirty="0">
                <a:solidFill>
                  <a:schemeClr val="bg2"/>
                </a:solidFill>
                <a:latin typeface="Menlo-Regular" charset="0"/>
              </a:rPr>
              <a:t>    </a:t>
            </a:r>
            <a:r>
              <a:rPr lang="mr-IN" sz="1400" dirty="0" err="1">
                <a:solidFill>
                  <a:schemeClr val="bg2"/>
                </a:solidFill>
                <a:latin typeface="Menlo-Regular" charset="0"/>
              </a:rPr>
              <a:t>title</a:t>
            </a:r>
            <a:r>
              <a:rPr lang="mr-IN" sz="1400" dirty="0">
                <a:solidFill>
                  <a:schemeClr val="bg2"/>
                </a:solidFill>
                <a:latin typeface="Menlo-Regular" charset="0"/>
              </a:rPr>
              <a:t>: "</a:t>
            </a:r>
            <a:r>
              <a:rPr lang="mr-IN" sz="1400" dirty="0" err="1">
                <a:solidFill>
                  <a:schemeClr val="bg2"/>
                </a:solidFill>
                <a:latin typeface="Menlo-Regular" charset="0"/>
              </a:rPr>
              <a:t>Joe</a:t>
            </a:r>
            <a:r>
              <a:rPr lang="mr-IN" sz="1400" dirty="0">
                <a:solidFill>
                  <a:schemeClr val="bg2"/>
                </a:solidFill>
                <a:latin typeface="Menlo-Regular" charset="0"/>
              </a:rPr>
              <a:t>",</a:t>
            </a:r>
          </a:p>
          <a:p>
            <a:r>
              <a:rPr lang="ro-RO" sz="1400" dirty="0">
                <a:solidFill>
                  <a:schemeClr val="bg2"/>
                </a:solidFill>
                <a:latin typeface="Menlo-Regular" charset="0"/>
              </a:rPr>
              <a:t>    calc: </a:t>
            </a:r>
            <a:r>
              <a:rPr lang="ro-RO" sz="1400" i="1" dirty="0" err="1">
                <a:solidFill>
                  <a:schemeClr val="bg2"/>
                </a:solidFill>
                <a:latin typeface="Menlo-Italic" charset="0"/>
              </a:rPr>
              <a:t>function</a:t>
            </a:r>
            <a:r>
              <a:rPr lang="ro-RO" sz="1400" dirty="0">
                <a:solidFill>
                  <a:schemeClr val="bg2"/>
                </a:solidFill>
                <a:latin typeface="Menlo-Regular" charset="0"/>
              </a:rPr>
              <a:t> () {</a:t>
            </a:r>
          </a:p>
          <a:p>
            <a:r>
              <a:rPr lang="mr-IN" sz="1400" dirty="0">
                <a:solidFill>
                  <a:schemeClr val="bg2"/>
                </a:solidFill>
                <a:latin typeface="Menlo-Regular" charset="0"/>
              </a:rPr>
              <a:t>        </a:t>
            </a:r>
            <a:r>
              <a:rPr lang="mr-IN" sz="1400" dirty="0" err="1">
                <a:solidFill>
                  <a:schemeClr val="bg2"/>
                </a:solidFill>
                <a:latin typeface="Menlo-Regular" charset="0"/>
              </a:rPr>
              <a:t>return</a:t>
            </a:r>
            <a:r>
              <a:rPr lang="mr-IN" sz="1400" dirty="0">
                <a:solidFill>
                  <a:schemeClr val="bg2"/>
                </a:solidFill>
                <a:latin typeface="Menlo-Regular" charset="0"/>
              </a:rPr>
              <a:t> 2 + 4;</a:t>
            </a:r>
          </a:p>
          <a:p>
            <a:r>
              <a:rPr lang="mr-IN" sz="1400" dirty="0">
                <a:solidFill>
                  <a:schemeClr val="bg2"/>
                </a:solidFill>
                <a:latin typeface="Menlo-Regular" charset="0"/>
              </a:rPr>
              <a:t>    }</a:t>
            </a:r>
          </a:p>
          <a:p>
            <a:r>
              <a:rPr lang="mr-IN" sz="1400" dirty="0">
                <a:solidFill>
                  <a:schemeClr val="bg2"/>
                </a:solidFill>
                <a:latin typeface="Menlo-Regular" charset="0"/>
              </a:rPr>
              <a:t>};</a:t>
            </a:r>
          </a:p>
          <a:p>
            <a:endParaRPr lang="en-US" sz="1400" dirty="0">
              <a:solidFill>
                <a:srgbClr val="000000"/>
              </a:solidFill>
              <a:latin typeface="Menlo-Regular" charset="0"/>
            </a:endParaRPr>
          </a:p>
          <a:p>
            <a:r>
              <a:rPr lang="mr-IN" sz="1400" i="1" dirty="0" err="1">
                <a:solidFill>
                  <a:srgbClr val="27BADD"/>
                </a:solidFill>
                <a:latin typeface="Menlo-Italic" charset="0"/>
              </a:rPr>
              <a:t>const</a:t>
            </a:r>
            <a:r>
              <a:rPr lang="mr-IN" sz="1400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mr-IN" sz="1400" dirty="0" err="1">
                <a:solidFill>
                  <a:srgbClr val="5AA314"/>
                </a:solidFill>
                <a:latin typeface="Menlo-Regular" charset="0"/>
              </a:rPr>
              <a:t>App</a:t>
            </a:r>
            <a:r>
              <a:rPr lang="mr-IN" sz="1400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mr-IN" sz="1400" dirty="0">
                <a:solidFill>
                  <a:srgbClr val="F4005F"/>
                </a:solidFill>
                <a:latin typeface="Menlo-Regular" charset="0"/>
              </a:rPr>
              <a:t>=</a:t>
            </a:r>
            <a:r>
              <a:rPr lang="mr-IN" sz="1400" dirty="0">
                <a:solidFill>
                  <a:srgbClr val="000000"/>
                </a:solidFill>
                <a:latin typeface="Menlo-Regular" charset="0"/>
              </a:rPr>
              <a:t> ({ </a:t>
            </a:r>
            <a:r>
              <a:rPr lang="mr-IN" sz="1400" i="1" dirty="0" err="1">
                <a:solidFill>
                  <a:srgbClr val="FA8419"/>
                </a:solidFill>
                <a:latin typeface="Menlo-Italic" charset="0"/>
              </a:rPr>
              <a:t>view</a:t>
            </a:r>
            <a:r>
              <a:rPr lang="mr-IN" sz="1400" dirty="0">
                <a:solidFill>
                  <a:srgbClr val="000000"/>
                </a:solidFill>
                <a:latin typeface="Menlo-Regular" charset="0"/>
              </a:rPr>
              <a:t> })</a:t>
            </a:r>
            <a:r>
              <a:rPr lang="en-US" sz="1400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mr-IN" sz="1400" i="1" dirty="0">
                <a:solidFill>
                  <a:srgbClr val="27BADD"/>
                </a:solidFill>
                <a:latin typeface="Menlo-Italic" charset="0"/>
              </a:rPr>
              <a:t>=&gt;</a:t>
            </a:r>
            <a:r>
              <a:rPr lang="mr-IN" sz="1400" dirty="0">
                <a:solidFill>
                  <a:srgbClr val="000000"/>
                </a:solidFill>
                <a:latin typeface="Menlo-Regular" charset="0"/>
              </a:rPr>
              <a:t> {</a:t>
            </a:r>
          </a:p>
          <a:p>
            <a:r>
              <a:rPr lang="en-US" sz="1400" dirty="0">
                <a:solidFill>
                  <a:srgbClr val="000000"/>
                </a:solidFill>
                <a:latin typeface="Menlo-Regular" charset="0"/>
              </a:rPr>
              <a:t>  </a:t>
            </a:r>
            <a:r>
              <a:rPr lang="en-US" sz="1400" dirty="0">
                <a:solidFill>
                  <a:srgbClr val="F4005F"/>
                </a:solidFill>
                <a:latin typeface="Menlo-Regular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Menlo-Regular" charset="0"/>
              </a:rPr>
              <a:t> &lt;</a:t>
            </a:r>
            <a:r>
              <a:rPr lang="en-US" sz="1400" dirty="0">
                <a:solidFill>
                  <a:srgbClr val="F4005F"/>
                </a:solidFill>
                <a:latin typeface="Menlo-Regular" charset="0"/>
              </a:rPr>
              <a:t>span</a:t>
            </a:r>
            <a:r>
              <a:rPr lang="en-US" sz="1400" dirty="0">
                <a:solidFill>
                  <a:srgbClr val="000000"/>
                </a:solidFill>
                <a:latin typeface="Menlo-Regular" charset="0"/>
              </a:rPr>
              <a:t>&gt;{</a:t>
            </a:r>
            <a:r>
              <a:rPr lang="en-US" sz="1400" dirty="0" err="1">
                <a:solidFill>
                  <a:srgbClr val="000000"/>
                </a:solidFill>
                <a:latin typeface="Menlo-Regular" charset="0"/>
              </a:rPr>
              <a:t>view.title</a:t>
            </a:r>
            <a:r>
              <a:rPr lang="en-US" sz="1400" dirty="0">
                <a:solidFill>
                  <a:srgbClr val="000000"/>
                </a:solidFill>
                <a:latin typeface="Menlo-Regular" charset="0"/>
              </a:rPr>
              <a:t>} spends {</a:t>
            </a:r>
            <a:r>
              <a:rPr lang="en-US" sz="1400" dirty="0" err="1">
                <a:solidFill>
                  <a:srgbClr val="000000"/>
                </a:solidFill>
                <a:latin typeface="Menlo-Regular" charset="0"/>
              </a:rPr>
              <a:t>view.</a:t>
            </a:r>
            <a:r>
              <a:rPr lang="en-US" sz="1400" dirty="0" err="1">
                <a:solidFill>
                  <a:srgbClr val="5AA314"/>
                </a:solidFill>
                <a:latin typeface="Menlo-Regular" charset="0"/>
              </a:rPr>
              <a:t>calc</a:t>
            </a:r>
            <a:r>
              <a:rPr lang="en-US" sz="1400" dirty="0">
                <a:solidFill>
                  <a:srgbClr val="000000"/>
                </a:solidFill>
                <a:latin typeface="Menlo-Regular" charset="0"/>
              </a:rPr>
              <a:t>()}&lt;/</a:t>
            </a:r>
            <a:r>
              <a:rPr lang="en-US" sz="1400" dirty="0">
                <a:solidFill>
                  <a:srgbClr val="F4005F"/>
                </a:solidFill>
                <a:latin typeface="Menlo-Regular" charset="0"/>
              </a:rPr>
              <a:t>span</a:t>
            </a:r>
            <a:r>
              <a:rPr lang="en-US" sz="1400" dirty="0">
                <a:solidFill>
                  <a:srgbClr val="000000"/>
                </a:solidFill>
                <a:latin typeface="Menlo-Regular" charset="0"/>
              </a:rPr>
              <a:t>&gt;</a:t>
            </a:r>
          </a:p>
          <a:p>
            <a:r>
              <a:rPr lang="en-US" sz="1400" dirty="0">
                <a:solidFill>
                  <a:srgbClr val="000000"/>
                </a:solidFill>
                <a:latin typeface="Menlo-Regular" charset="0"/>
              </a:rPr>
              <a:t>}</a:t>
            </a:r>
          </a:p>
          <a:p>
            <a:endParaRPr lang="en-US" sz="1400" dirty="0">
              <a:solidFill>
                <a:srgbClr val="000000"/>
              </a:solidFill>
              <a:latin typeface="Menlo-Regular" charset="0"/>
            </a:endParaRPr>
          </a:p>
          <a:p>
            <a:endParaRPr lang="en-US" sz="1400" dirty="0">
              <a:solidFill>
                <a:srgbClr val="000000"/>
              </a:solidFill>
              <a:latin typeface="Menlo-Regular" charset="0"/>
            </a:endParaRPr>
          </a:p>
          <a:p>
            <a:endParaRPr lang="en-US" sz="1400" dirty="0">
              <a:solidFill>
                <a:srgbClr val="000000"/>
              </a:solidFill>
              <a:latin typeface="Menlo-Regular" charset="0"/>
            </a:endParaRPr>
          </a:p>
          <a:p>
            <a:r>
              <a:rPr lang="en-US" sz="1400" dirty="0" err="1">
                <a:solidFill>
                  <a:srgbClr val="000000"/>
                </a:solidFill>
                <a:latin typeface="Menlo-Regular" charset="0"/>
              </a:rPr>
              <a:t>ReactDOM.</a:t>
            </a:r>
            <a:r>
              <a:rPr lang="en-US" sz="1400" dirty="0" err="1">
                <a:solidFill>
                  <a:srgbClr val="5AA314"/>
                </a:solidFill>
                <a:latin typeface="Menlo-Regular" charset="0"/>
              </a:rPr>
              <a:t>render</a:t>
            </a:r>
            <a:r>
              <a:rPr lang="en-US" sz="1400" dirty="0">
                <a:solidFill>
                  <a:srgbClr val="000000"/>
                </a:solidFill>
                <a:latin typeface="Menlo-Regular" charset="0"/>
              </a:rPr>
              <a:t>(</a:t>
            </a:r>
          </a:p>
          <a:p>
            <a:r>
              <a:rPr lang="mr-IN" sz="1400" dirty="0">
                <a:solidFill>
                  <a:srgbClr val="000000"/>
                </a:solidFill>
                <a:latin typeface="Menlo-Regular" charset="0"/>
              </a:rPr>
              <a:t>  &lt;</a:t>
            </a:r>
            <a:r>
              <a:rPr lang="mr-IN" sz="1400" dirty="0" err="1">
                <a:solidFill>
                  <a:srgbClr val="F4005F"/>
                </a:solidFill>
                <a:latin typeface="Menlo-Regular" charset="0"/>
              </a:rPr>
              <a:t>App</a:t>
            </a:r>
            <a:r>
              <a:rPr lang="mr-IN" sz="1400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mr-IN" sz="1400" dirty="0" err="1">
                <a:solidFill>
                  <a:srgbClr val="5AA314"/>
                </a:solidFill>
                <a:latin typeface="Menlo-Regular" charset="0"/>
              </a:rPr>
              <a:t>view</a:t>
            </a:r>
            <a:r>
              <a:rPr lang="mr-IN" sz="1400" dirty="0">
                <a:solidFill>
                  <a:srgbClr val="F4005F"/>
                </a:solidFill>
                <a:latin typeface="Menlo-Regular" charset="0"/>
              </a:rPr>
              <a:t>=</a:t>
            </a:r>
            <a:r>
              <a:rPr lang="mr-IN" sz="1400" dirty="0">
                <a:solidFill>
                  <a:srgbClr val="000000"/>
                </a:solidFill>
                <a:latin typeface="Menlo-Regular" charset="0"/>
              </a:rPr>
              <a:t>{</a:t>
            </a:r>
            <a:r>
              <a:rPr lang="mr-IN" sz="1400" dirty="0" err="1">
                <a:solidFill>
                  <a:srgbClr val="000000"/>
                </a:solidFill>
                <a:latin typeface="Menlo-Regular" charset="0"/>
              </a:rPr>
              <a:t>view</a:t>
            </a:r>
            <a:r>
              <a:rPr lang="mr-IN" sz="1400" dirty="0">
                <a:solidFill>
                  <a:srgbClr val="000000"/>
                </a:solidFill>
                <a:latin typeface="Menlo-Regular" charset="0"/>
              </a:rPr>
              <a:t>} /&gt;,</a:t>
            </a:r>
          </a:p>
          <a:p>
            <a:r>
              <a:rPr lang="en-US" sz="1400" dirty="0">
                <a:solidFill>
                  <a:schemeClr val="bg2"/>
                </a:solidFill>
                <a:latin typeface="Menlo-Regular" charset="0"/>
              </a:rPr>
              <a:t>  </a:t>
            </a:r>
            <a:r>
              <a:rPr lang="en-US" sz="1400" dirty="0" err="1">
                <a:solidFill>
                  <a:schemeClr val="bg2"/>
                </a:solidFill>
                <a:latin typeface="Menlo-Regular" charset="0"/>
              </a:rPr>
              <a:t>document.getElementById</a:t>
            </a:r>
            <a:r>
              <a:rPr lang="en-US" sz="1400" dirty="0">
                <a:solidFill>
                  <a:schemeClr val="bg2"/>
                </a:solidFill>
                <a:latin typeface="Menlo-Regular" charset="0"/>
              </a:rPr>
              <a:t>('root')</a:t>
            </a:r>
          </a:p>
          <a:p>
            <a:r>
              <a:rPr lang="mr-IN" sz="1400" dirty="0">
                <a:solidFill>
                  <a:srgbClr val="000000"/>
                </a:solidFill>
                <a:latin typeface="Menlo-Regular" charset="0"/>
              </a:rPr>
              <a:t>);</a:t>
            </a:r>
          </a:p>
          <a:p>
            <a:endParaRPr lang="mr-IN" sz="1400" dirty="0">
              <a:solidFill>
                <a:srgbClr val="000000"/>
              </a:solidFill>
              <a:latin typeface="Menlo-Regular" charset="0"/>
            </a:endParaRPr>
          </a:p>
          <a:p>
            <a:endParaRPr lang="mr-IN" sz="1400" dirty="0">
              <a:solidFill>
                <a:srgbClr val="000000"/>
              </a:solidFill>
              <a:latin typeface="Menlo-Regular" charset="0"/>
            </a:endParaRPr>
          </a:p>
          <a:p>
            <a:endParaRPr lang="mr-IN" sz="1400" dirty="0">
              <a:solidFill>
                <a:srgbClr val="000000"/>
              </a:solidFill>
              <a:latin typeface="Menlo-Regular" charset="0"/>
            </a:endParaRPr>
          </a:p>
          <a:p>
            <a:endParaRPr lang="mr-IN" sz="1400" dirty="0">
              <a:solidFill>
                <a:srgbClr val="000000"/>
              </a:solidFill>
              <a:latin typeface="Menlo-Regular" charset="0"/>
            </a:endParaRPr>
          </a:p>
          <a:p>
            <a:endParaRPr lang="mr-IN" sz="1400" dirty="0">
              <a:solidFill>
                <a:srgbClr val="000000"/>
              </a:solidFill>
              <a:latin typeface="Menlo-Regular" charset="0"/>
            </a:endParaRPr>
          </a:p>
          <a:p>
            <a:endParaRPr lang="mr-IN" sz="1400" dirty="0">
              <a:solidFill>
                <a:srgbClr val="262626"/>
              </a:solidFill>
              <a:latin typeface="Menlo-Regular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0219" y="3421068"/>
            <a:ext cx="4401781" cy="3413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763051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9239" y="2084378"/>
            <a:ext cx="11922761" cy="1162178"/>
          </a:xfrm>
        </p:spPr>
        <p:txBody>
          <a:bodyPr/>
          <a:lstStyle/>
          <a:p>
            <a:r>
              <a:rPr lang="en-US" smtClean="0">
                <a:latin typeface="Menlo" charset="0"/>
                <a:ea typeface="Menlo" charset="0"/>
                <a:cs typeface="Menlo" charset="0"/>
              </a:rPr>
              <a:t>f(state, props) = view</a:t>
            </a:r>
            <a:endParaRPr lang="en-US">
              <a:latin typeface="Menlo" charset="0"/>
              <a:ea typeface="Menlo" charset="0"/>
              <a:cs typeface="Menlo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 smtClean="0"/>
              <a:t>React in a nutshell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2427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ASP.NET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439949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 </a:t>
            </a:r>
            <a:r>
              <a:rPr lang="en-US" dirty="0" smtClean="0"/>
              <a:t>means SPA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Single page </a:t>
            </a:r>
            <a:r>
              <a:rPr lang="mr-IN" dirty="0"/>
              <a:t>–</a:t>
            </a:r>
            <a:r>
              <a:rPr lang="en-US" dirty="0"/>
              <a:t> 1 </a:t>
            </a:r>
            <a:r>
              <a:rPr lang="en-US" dirty="0" smtClean="0"/>
              <a:t>or one view </a:t>
            </a:r>
            <a:r>
              <a:rPr lang="en-US" dirty="0" err="1">
                <a:latin typeface="Consolas" charset="0"/>
                <a:ea typeface="Consolas" charset="0"/>
                <a:cs typeface="Consolas" charset="0"/>
              </a:rPr>
              <a:t>index.html</a:t>
            </a:r>
            <a:endParaRPr lang="en-US" dirty="0"/>
          </a:p>
          <a:p>
            <a:r>
              <a:rPr lang="en-US" dirty="0"/>
              <a:t>Routing </a:t>
            </a:r>
            <a:r>
              <a:rPr lang="en-US" dirty="0" smtClean="0"/>
              <a:t>is </a:t>
            </a:r>
            <a:r>
              <a:rPr lang="en-US" i="1" dirty="0" smtClean="0"/>
              <a:t>client-side</a:t>
            </a:r>
            <a:endParaRPr lang="en-US" dirty="0"/>
          </a:p>
          <a:p>
            <a:r>
              <a:rPr lang="en-US" dirty="0"/>
              <a:t>Server side routing </a:t>
            </a:r>
            <a:r>
              <a:rPr lang="en-US" dirty="0" smtClean="0"/>
              <a:t>can be used for heavy lifting</a:t>
            </a:r>
            <a:endParaRPr lang="en-US" dirty="0"/>
          </a:p>
          <a:p>
            <a:r>
              <a:rPr lang="en-US" dirty="0"/>
              <a:t>Server side rendering </a:t>
            </a:r>
            <a:r>
              <a:rPr lang="en-US" dirty="0" smtClean="0"/>
              <a:t>is an option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94952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JavaScriptServices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node.js</a:t>
            </a:r>
            <a:r>
              <a:rPr lang="en-US" dirty="0"/>
              <a:t> se </a:t>
            </a:r>
            <a:r>
              <a:rPr lang="en-US" dirty="0" smtClean="0"/>
              <a:t>running under ASP.NET Core</a:t>
            </a:r>
            <a:endParaRPr lang="en-US" dirty="0"/>
          </a:p>
          <a:p>
            <a:r>
              <a:rPr lang="en-US" dirty="0" err="1"/>
              <a:t>webpack</a:t>
            </a:r>
            <a:r>
              <a:rPr lang="en-US" dirty="0"/>
              <a:t> </a:t>
            </a:r>
            <a:r>
              <a:rPr lang="en-US" dirty="0" smtClean="0"/>
              <a:t>used for bundling</a:t>
            </a:r>
            <a:endParaRPr lang="en-US" dirty="0"/>
          </a:p>
          <a:p>
            <a:r>
              <a:rPr lang="en-US" dirty="0"/>
              <a:t>Hot Module Reload (HMR)</a:t>
            </a:r>
          </a:p>
          <a:p>
            <a:r>
              <a:rPr lang="en-US" dirty="0"/>
              <a:t>Typescript </a:t>
            </a:r>
            <a:r>
              <a:rPr lang="mr-IN" dirty="0" smtClean="0"/>
              <a:t>–</a:t>
            </a:r>
            <a:r>
              <a:rPr lang="en-US" dirty="0" smtClean="0"/>
              <a:t> optional types for JavaScript</a:t>
            </a:r>
            <a:endParaRPr lang="en-US" dirty="0"/>
          </a:p>
          <a:p>
            <a:endParaRPr lang="en-US" dirty="0" smtClean="0"/>
          </a:p>
          <a:p>
            <a:r>
              <a:rPr lang="en-US" dirty="0">
                <a:latin typeface="Consolas" charset="0"/>
                <a:ea typeface="Consolas" charset="0"/>
                <a:cs typeface="Consolas" charset="0"/>
              </a:rPr>
              <a:t>https://</a:t>
            </a:r>
            <a:r>
              <a:rPr lang="en-US" dirty="0" err="1">
                <a:latin typeface="Consolas" charset="0"/>
                <a:ea typeface="Consolas" charset="0"/>
                <a:cs typeface="Consolas" charset="0"/>
              </a:rPr>
              <a:t>github.com</a:t>
            </a:r>
            <a:r>
              <a:rPr lang="en-US" dirty="0">
                <a:latin typeface="Consolas" charset="0"/>
                <a:ea typeface="Consolas" charset="0"/>
                <a:cs typeface="Consolas" charset="0"/>
              </a:rPr>
              <a:t>/</a:t>
            </a:r>
            <a:r>
              <a:rPr lang="en-US" dirty="0" err="1">
                <a:latin typeface="Consolas" charset="0"/>
                <a:ea typeface="Consolas" charset="0"/>
                <a:cs typeface="Consolas" charset="0"/>
              </a:rPr>
              <a:t>aspnet</a:t>
            </a:r>
            <a:r>
              <a:rPr lang="en-US" dirty="0">
                <a:latin typeface="Consolas" charset="0"/>
                <a:ea typeface="Consolas" charset="0"/>
                <a:cs typeface="Consolas" charset="0"/>
              </a:rPr>
              <a:t>/</a:t>
            </a:r>
            <a:r>
              <a:rPr lang="en-US" dirty="0" err="1">
                <a:latin typeface="Consolas" charset="0"/>
                <a:ea typeface="Consolas" charset="0"/>
                <a:cs typeface="Consolas" charset="0"/>
              </a:rPr>
              <a:t>javascriptservices</a:t>
            </a:r>
            <a:endParaRPr lang="en-US" dirty="0">
              <a:latin typeface="Consolas" charset="0"/>
              <a:ea typeface="Consolas" charset="0"/>
              <a:cs typeface="Consola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410097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Kako</a:t>
            </a:r>
            <a:r>
              <a:rPr lang="en-US" dirty="0" smtClean="0"/>
              <a:t> </a:t>
            </a:r>
            <a:r>
              <a:rPr lang="en-US" dirty="0" err="1" smtClean="0"/>
              <a:t>krenuti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>
                <a:latin typeface="Consolas" charset="0"/>
                <a:ea typeface="Consolas" charset="0"/>
                <a:cs typeface="Consolas" charset="0"/>
              </a:rPr>
              <a:t>dotnet</a:t>
            </a:r>
            <a:r>
              <a:rPr lang="en-US" dirty="0" smtClean="0">
                <a:latin typeface="Consolas" charset="0"/>
                <a:ea typeface="Consolas" charset="0"/>
                <a:cs typeface="Consolas" charset="0"/>
              </a:rPr>
              <a:t> new react</a:t>
            </a:r>
          </a:p>
          <a:p>
            <a:r>
              <a:rPr lang="en-US" dirty="0" err="1" smtClean="0">
                <a:latin typeface="Consolas" charset="0"/>
                <a:ea typeface="Consolas" charset="0"/>
                <a:cs typeface="Consolas" charset="0"/>
              </a:rPr>
              <a:t>npm</a:t>
            </a:r>
            <a:r>
              <a:rPr lang="en-US" dirty="0" smtClean="0">
                <a:latin typeface="Consolas" charset="0"/>
                <a:ea typeface="Consolas" charset="0"/>
                <a:cs typeface="Consolas" charset="0"/>
              </a:rPr>
              <a:t> install</a:t>
            </a:r>
          </a:p>
          <a:p>
            <a:r>
              <a:rPr lang="en-US" dirty="0" err="1" smtClean="0">
                <a:latin typeface="Consolas" charset="0"/>
                <a:ea typeface="Consolas" charset="0"/>
                <a:cs typeface="Consolas" charset="0"/>
              </a:rPr>
              <a:t>dotnet</a:t>
            </a:r>
            <a:r>
              <a:rPr lang="en-US" dirty="0" smtClean="0">
                <a:latin typeface="Consolas" charset="0"/>
                <a:ea typeface="Consolas" charset="0"/>
                <a:cs typeface="Consolas" charset="0"/>
              </a:rPr>
              <a:t> run</a:t>
            </a:r>
          </a:p>
          <a:p>
            <a:endParaRPr lang="en-US" dirty="0">
              <a:latin typeface="Consolas" charset="0"/>
              <a:ea typeface="Consolas" charset="0"/>
              <a:cs typeface="Consolas" charset="0"/>
            </a:endParaRPr>
          </a:p>
          <a:p>
            <a:r>
              <a:rPr lang="en-US" dirty="0" smtClean="0">
                <a:latin typeface="Consolas" charset="0"/>
                <a:ea typeface="Consolas" charset="0"/>
                <a:cs typeface="Consolas" charset="0"/>
              </a:rPr>
              <a:t>$</a:t>
            </a:r>
            <a:r>
              <a:rPr lang="en-US" dirty="0" err="1" smtClean="0">
                <a:latin typeface="Consolas" charset="0"/>
                <a:ea typeface="Consolas" charset="0"/>
                <a:cs typeface="Consolas" charset="0"/>
              </a:rPr>
              <a:t>env:ASPNETCORE_ENVIRONMENT</a:t>
            </a:r>
            <a:r>
              <a:rPr lang="en-US" dirty="0" smtClean="0">
                <a:latin typeface="Consolas" charset="0"/>
                <a:ea typeface="Consolas" charset="0"/>
                <a:cs typeface="Consolas" charset="0"/>
              </a:rPr>
              <a:t>="Development"</a:t>
            </a:r>
            <a:endParaRPr lang="en-US" dirty="0">
              <a:latin typeface="Consolas" charset="0"/>
              <a:ea typeface="Consolas" charset="0"/>
              <a:cs typeface="Consola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850956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Dotnet</a:t>
            </a:r>
            <a:r>
              <a:rPr lang="en-US" dirty="0" smtClean="0"/>
              <a:t> watch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  <a:latin typeface="Menlo" charset="0"/>
              </a:rPr>
              <a:t>&lt;</a:t>
            </a:r>
            <a:r>
              <a:rPr lang="en-US" dirty="0" err="1">
                <a:solidFill>
                  <a:srgbClr val="F92672"/>
                </a:solidFill>
                <a:latin typeface="Menlo" charset="0"/>
              </a:rPr>
              <a:t>DotNetCliToolReference</a:t>
            </a:r>
            <a:r>
              <a:rPr lang="en-US" dirty="0">
                <a:solidFill>
                  <a:srgbClr val="000000"/>
                </a:solidFill>
                <a:latin typeface="Menlo" charset="0"/>
              </a:rPr>
              <a:t> </a:t>
            </a:r>
            <a:r>
              <a:rPr lang="en-US" dirty="0">
                <a:solidFill>
                  <a:srgbClr val="6AAF19"/>
                </a:solidFill>
                <a:latin typeface="Menlo" charset="0"/>
              </a:rPr>
              <a:t>Include</a:t>
            </a:r>
            <a:r>
              <a:rPr lang="en-US" dirty="0">
                <a:solidFill>
                  <a:srgbClr val="000000"/>
                </a:solidFill>
                <a:latin typeface="Menlo" charset="0"/>
              </a:rPr>
              <a:t>=</a:t>
            </a:r>
            <a:r>
              <a:rPr lang="en-US" dirty="0">
                <a:solidFill>
                  <a:srgbClr val="F25A00"/>
                </a:solidFill>
                <a:latin typeface="Menlo" charset="0"/>
              </a:rPr>
              <a:t>"</a:t>
            </a:r>
            <a:r>
              <a:rPr lang="en-US" dirty="0" err="1">
                <a:solidFill>
                  <a:srgbClr val="F25A00"/>
                </a:solidFill>
                <a:latin typeface="Menlo" charset="0"/>
              </a:rPr>
              <a:t>Microsoft.DotNet.Watcher.Tools</a:t>
            </a:r>
            <a:r>
              <a:rPr lang="en-US" dirty="0">
                <a:solidFill>
                  <a:srgbClr val="F25A00"/>
                </a:solidFill>
                <a:latin typeface="Menlo" charset="0"/>
              </a:rPr>
              <a:t>"</a:t>
            </a:r>
            <a:r>
              <a:rPr lang="en-US" dirty="0">
                <a:solidFill>
                  <a:srgbClr val="000000"/>
                </a:solidFill>
                <a:latin typeface="Menlo" charset="0"/>
              </a:rPr>
              <a:t> </a:t>
            </a:r>
            <a:r>
              <a:rPr lang="en-US" dirty="0">
                <a:solidFill>
                  <a:srgbClr val="6AAF19"/>
                </a:solidFill>
                <a:latin typeface="Menlo" charset="0"/>
              </a:rPr>
              <a:t>Version</a:t>
            </a:r>
            <a:r>
              <a:rPr lang="en-US" dirty="0">
                <a:solidFill>
                  <a:srgbClr val="000000"/>
                </a:solidFill>
                <a:latin typeface="Menlo" charset="0"/>
              </a:rPr>
              <a:t>=</a:t>
            </a:r>
            <a:r>
              <a:rPr lang="en-US" dirty="0">
                <a:solidFill>
                  <a:srgbClr val="F25A00"/>
                </a:solidFill>
                <a:latin typeface="Menlo" charset="0"/>
              </a:rPr>
              <a:t>"2.0.0"</a:t>
            </a:r>
            <a:r>
              <a:rPr lang="en-US" dirty="0">
                <a:solidFill>
                  <a:srgbClr val="000000"/>
                </a:solidFill>
                <a:latin typeface="Menlo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Menlo" charset="0"/>
              </a:rPr>
              <a:t>/&gt;</a:t>
            </a:r>
          </a:p>
          <a:p>
            <a:endParaRPr lang="en-US" dirty="0">
              <a:solidFill>
                <a:srgbClr val="000000"/>
              </a:solidFill>
              <a:latin typeface="Menlo" charset="0"/>
            </a:endParaRPr>
          </a:p>
          <a:p>
            <a:endParaRPr lang="en-US" dirty="0" smtClean="0">
              <a:solidFill>
                <a:srgbClr val="000000"/>
              </a:solidFill>
              <a:latin typeface="Menlo" charset="0"/>
            </a:endParaRPr>
          </a:p>
          <a:p>
            <a:r>
              <a:rPr lang="en-US" dirty="0" err="1" smtClean="0">
                <a:solidFill>
                  <a:srgbClr val="000000"/>
                </a:solidFill>
                <a:latin typeface="Menlo" charset="0"/>
              </a:rPr>
              <a:t>dotnet</a:t>
            </a:r>
            <a:r>
              <a:rPr lang="en-US" dirty="0" smtClean="0">
                <a:solidFill>
                  <a:srgbClr val="000000"/>
                </a:solidFill>
                <a:latin typeface="Menlo" charset="0"/>
              </a:rPr>
              <a:t> watch run</a:t>
            </a:r>
            <a:endParaRPr lang="en-US" dirty="0">
              <a:solidFill>
                <a:srgbClr val="000000"/>
              </a:solidFill>
              <a:latin typeface="Menlo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2470672"/>
      </p:ext>
    </p:extLst>
  </p:cSld>
  <p:clrMapOvr>
    <a:masterClrMapping/>
  </p:clrMapOvr>
  <p:transition>
    <p:fad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API Controller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solidFill>
                  <a:srgbClr val="000000"/>
                </a:solidFill>
                <a:latin typeface="Menlo-Regular" charset="0"/>
              </a:rPr>
              <a:t>[</a:t>
            </a:r>
            <a:r>
              <a:rPr lang="en-US" sz="1800" i="1" dirty="0">
                <a:solidFill>
                  <a:srgbClr val="27BADD"/>
                </a:solidFill>
                <a:latin typeface="Menlo-Italic" charset="0"/>
              </a:rPr>
              <a:t>Route</a:t>
            </a:r>
            <a:r>
              <a:rPr lang="en-US" sz="1800" dirty="0">
                <a:solidFill>
                  <a:srgbClr val="000000"/>
                </a:solidFill>
                <a:latin typeface="Menlo-Regular" charset="0"/>
              </a:rPr>
              <a:t>(</a:t>
            </a:r>
            <a:r>
              <a:rPr lang="en-US" sz="1800" dirty="0">
                <a:solidFill>
                  <a:srgbClr val="EC4307"/>
                </a:solidFill>
                <a:latin typeface="Menlo-Regular" charset="0"/>
              </a:rPr>
              <a:t>"</a:t>
            </a:r>
            <a:r>
              <a:rPr lang="en-US" sz="1800" dirty="0" err="1">
                <a:solidFill>
                  <a:srgbClr val="EC4307"/>
                </a:solidFill>
                <a:latin typeface="Menlo-Regular" charset="0"/>
              </a:rPr>
              <a:t>api</a:t>
            </a:r>
            <a:r>
              <a:rPr lang="en-US" sz="1800" dirty="0">
                <a:solidFill>
                  <a:srgbClr val="EC4307"/>
                </a:solidFill>
                <a:latin typeface="Menlo-Regular" charset="0"/>
              </a:rPr>
              <a:t>/[Controller]"</a:t>
            </a:r>
            <a:r>
              <a:rPr lang="en-US" sz="1800" dirty="0">
                <a:solidFill>
                  <a:srgbClr val="000000"/>
                </a:solidFill>
                <a:latin typeface="Menlo-Regular" charset="0"/>
              </a:rPr>
              <a:t>)]</a:t>
            </a:r>
          </a:p>
          <a:p>
            <a:r>
              <a:rPr lang="en-US" sz="1800" dirty="0">
                <a:solidFill>
                  <a:srgbClr val="F4005F"/>
                </a:solidFill>
                <a:latin typeface="Menlo-Regular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800" dirty="0">
                <a:solidFill>
                  <a:srgbClr val="F4005F"/>
                </a:solidFill>
                <a:latin typeface="Menlo-Regular" charset="0"/>
              </a:rPr>
              <a:t>class</a:t>
            </a:r>
            <a:r>
              <a:rPr lang="en-US" sz="1800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Menlo-Regular" charset="0"/>
              </a:rPr>
              <a:t>ListController</a:t>
            </a:r>
            <a:r>
              <a:rPr lang="en-US" sz="1800" dirty="0">
                <a:solidFill>
                  <a:srgbClr val="000000"/>
                </a:solidFill>
                <a:latin typeface="Menlo-Regular" charset="0"/>
              </a:rPr>
              <a:t> : </a:t>
            </a:r>
            <a:r>
              <a:rPr lang="en-US" sz="1800" i="1" dirty="0">
                <a:solidFill>
                  <a:srgbClr val="27BADD"/>
                </a:solidFill>
                <a:latin typeface="Menlo-Italic" charset="0"/>
              </a:rPr>
              <a:t>Controller</a:t>
            </a:r>
            <a:endParaRPr lang="en-US" sz="1800" dirty="0">
              <a:solidFill>
                <a:srgbClr val="000000"/>
              </a:solidFill>
              <a:latin typeface="Menlo-Regular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Menlo-Regular" charset="0"/>
              </a:rPr>
              <a:t>{</a:t>
            </a:r>
          </a:p>
          <a:p>
            <a:r>
              <a:rPr lang="en-US" sz="1800" dirty="0">
                <a:solidFill>
                  <a:srgbClr val="000000"/>
                </a:solidFill>
                <a:latin typeface="Menlo-Regular" charset="0"/>
              </a:rPr>
              <a:t>    </a:t>
            </a:r>
            <a:r>
              <a:rPr lang="en-US" sz="1800" dirty="0">
                <a:solidFill>
                  <a:srgbClr val="F4005F"/>
                </a:solidFill>
                <a:latin typeface="Menlo-Regular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800" i="1" dirty="0" err="1">
                <a:solidFill>
                  <a:srgbClr val="27BADD"/>
                </a:solidFill>
                <a:latin typeface="Menlo-Italic" charset="0"/>
              </a:rPr>
              <a:t>IActionResult</a:t>
            </a:r>
            <a:r>
              <a:rPr lang="en-US" sz="1800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800" dirty="0">
                <a:solidFill>
                  <a:srgbClr val="5AA314"/>
                </a:solidFill>
                <a:latin typeface="Menlo-Regular" charset="0"/>
              </a:rPr>
              <a:t>Get</a:t>
            </a:r>
            <a:r>
              <a:rPr lang="en-US" sz="1800" dirty="0">
                <a:solidFill>
                  <a:srgbClr val="000000"/>
                </a:solidFill>
                <a:latin typeface="Menlo-Regular" charset="0"/>
              </a:rPr>
              <a:t>()</a:t>
            </a:r>
          </a:p>
          <a:p>
            <a:r>
              <a:rPr lang="mr-IN" sz="1800" dirty="0">
                <a:solidFill>
                  <a:srgbClr val="000000"/>
                </a:solidFill>
                <a:latin typeface="Menlo-Regular" charset="0"/>
              </a:rPr>
              <a:t>    {</a:t>
            </a:r>
          </a:p>
          <a:p>
            <a:r>
              <a:rPr lang="mr-IN" sz="1800" dirty="0">
                <a:solidFill>
                  <a:srgbClr val="000000"/>
                </a:solidFill>
                <a:latin typeface="Menlo-Regular" charset="0"/>
              </a:rPr>
              <a:t>        </a:t>
            </a:r>
            <a:r>
              <a:rPr lang="mr-IN" sz="1800" dirty="0" err="1">
                <a:solidFill>
                  <a:srgbClr val="F4005F"/>
                </a:solidFill>
                <a:latin typeface="Menlo-Regular" charset="0"/>
              </a:rPr>
              <a:t>return</a:t>
            </a:r>
            <a:r>
              <a:rPr lang="mr-IN" sz="1800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mr-IN" sz="1800" dirty="0" err="1">
                <a:solidFill>
                  <a:srgbClr val="5AA314"/>
                </a:solidFill>
                <a:latin typeface="Menlo-Regular" charset="0"/>
              </a:rPr>
              <a:t>Ok</a:t>
            </a:r>
            <a:r>
              <a:rPr lang="mr-IN" sz="1800" dirty="0">
                <a:solidFill>
                  <a:srgbClr val="000000"/>
                </a:solidFill>
                <a:latin typeface="Menlo-Regular" charset="0"/>
              </a:rPr>
              <a:t>(</a:t>
            </a:r>
            <a:r>
              <a:rPr lang="mr-IN" sz="1800" dirty="0" err="1">
                <a:solidFill>
                  <a:srgbClr val="F4005F"/>
                </a:solidFill>
                <a:latin typeface="Menlo-Regular" charset="0"/>
              </a:rPr>
              <a:t>new</a:t>
            </a:r>
            <a:r>
              <a:rPr lang="mr-IN" sz="1800" dirty="0">
                <a:solidFill>
                  <a:srgbClr val="000000"/>
                </a:solidFill>
                <a:latin typeface="Menlo-Regular" charset="0"/>
              </a:rPr>
              <a:t>[]</a:t>
            </a:r>
          </a:p>
          <a:p>
            <a:r>
              <a:rPr lang="mr-IN" sz="1800" dirty="0">
                <a:solidFill>
                  <a:srgbClr val="000000"/>
                </a:solidFill>
                <a:latin typeface="Menlo-Regular" charset="0"/>
              </a:rPr>
              <a:t>        {</a:t>
            </a:r>
          </a:p>
          <a:p>
            <a:r>
              <a:rPr lang="mr-IN" sz="1800" dirty="0">
                <a:solidFill>
                  <a:srgbClr val="000000"/>
                </a:solidFill>
                <a:latin typeface="Menlo-Regular" charset="0"/>
              </a:rPr>
              <a:t>            </a:t>
            </a:r>
            <a:r>
              <a:rPr lang="mr-IN" sz="1800" dirty="0" err="1">
                <a:solidFill>
                  <a:srgbClr val="F4005F"/>
                </a:solidFill>
                <a:latin typeface="Menlo-Regular" charset="0"/>
              </a:rPr>
              <a:t>new</a:t>
            </a:r>
            <a:r>
              <a:rPr lang="mr-IN" sz="1800" dirty="0">
                <a:solidFill>
                  <a:srgbClr val="000000"/>
                </a:solidFill>
                <a:latin typeface="Menlo-Regular" charset="0"/>
              </a:rPr>
              <a:t> {</a:t>
            </a:r>
            <a:r>
              <a:rPr lang="mr-IN" sz="1800" dirty="0" err="1">
                <a:solidFill>
                  <a:srgbClr val="000000"/>
                </a:solidFill>
                <a:latin typeface="Menlo-Regular" charset="0"/>
              </a:rPr>
              <a:t>id</a:t>
            </a:r>
            <a:r>
              <a:rPr lang="mr-IN" sz="1800" dirty="0">
                <a:solidFill>
                  <a:srgbClr val="F4005F"/>
                </a:solidFill>
                <a:latin typeface="Menlo-Regular" charset="0"/>
              </a:rPr>
              <a:t>=</a:t>
            </a:r>
            <a:r>
              <a:rPr lang="mr-IN" sz="1800" dirty="0">
                <a:solidFill>
                  <a:srgbClr val="9D65FF"/>
                </a:solidFill>
                <a:latin typeface="Menlo-Regular" charset="0"/>
              </a:rPr>
              <a:t>1</a:t>
            </a:r>
            <a:r>
              <a:rPr lang="mr-IN" sz="1800" dirty="0">
                <a:solidFill>
                  <a:srgbClr val="000000"/>
                </a:solidFill>
                <a:latin typeface="Menlo-Regular" charset="0"/>
              </a:rPr>
              <a:t>, </a:t>
            </a:r>
            <a:r>
              <a:rPr lang="mr-IN" sz="1800" dirty="0" err="1">
                <a:solidFill>
                  <a:srgbClr val="000000"/>
                </a:solidFill>
                <a:latin typeface="Menlo-Regular" charset="0"/>
              </a:rPr>
              <a:t>name</a:t>
            </a:r>
            <a:r>
              <a:rPr lang="mr-IN" sz="1800" dirty="0">
                <a:solidFill>
                  <a:srgbClr val="F4005F"/>
                </a:solidFill>
                <a:latin typeface="Menlo-Regular" charset="0"/>
              </a:rPr>
              <a:t>=</a:t>
            </a:r>
            <a:r>
              <a:rPr lang="mr-IN" sz="1800" dirty="0">
                <a:solidFill>
                  <a:srgbClr val="EC4307"/>
                </a:solidFill>
                <a:latin typeface="Menlo-Regular" charset="0"/>
              </a:rPr>
              <a:t>"</a:t>
            </a:r>
            <a:r>
              <a:rPr lang="mr-IN" sz="1800" dirty="0" err="1">
                <a:solidFill>
                  <a:srgbClr val="EC4307"/>
                </a:solidFill>
                <a:latin typeface="Menlo-Regular" charset="0"/>
              </a:rPr>
              <a:t>john</a:t>
            </a:r>
            <a:r>
              <a:rPr lang="mr-IN" sz="1800" dirty="0">
                <a:solidFill>
                  <a:srgbClr val="EC4307"/>
                </a:solidFill>
                <a:latin typeface="Menlo-Regular" charset="0"/>
              </a:rPr>
              <a:t>"</a:t>
            </a:r>
            <a:r>
              <a:rPr lang="mr-IN" sz="1800" dirty="0">
                <a:solidFill>
                  <a:srgbClr val="000000"/>
                </a:solidFill>
                <a:latin typeface="Menlo-Regular" charset="0"/>
              </a:rPr>
              <a:t>}</a:t>
            </a:r>
          </a:p>
          <a:p>
            <a:r>
              <a:rPr lang="mr-IN" sz="1800" dirty="0">
                <a:solidFill>
                  <a:srgbClr val="000000"/>
                </a:solidFill>
                <a:latin typeface="Menlo-Regular" charset="0"/>
              </a:rPr>
              <a:t>        });</a:t>
            </a:r>
          </a:p>
          <a:p>
            <a:r>
              <a:rPr lang="mr-IN" sz="1800" dirty="0">
                <a:solidFill>
                  <a:srgbClr val="000000"/>
                </a:solidFill>
                <a:latin typeface="Menlo-Regular" charset="0"/>
              </a:rPr>
              <a:t>    }</a:t>
            </a:r>
          </a:p>
          <a:p>
            <a:r>
              <a:rPr lang="mr-IN" sz="1800" dirty="0">
                <a:solidFill>
                  <a:srgbClr val="000000"/>
                </a:solidFill>
                <a:latin typeface="Menlo-Regular" charset="0"/>
              </a:rPr>
              <a:t>}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050251397"/>
      </p:ext>
    </p:extLst>
  </p:cSld>
  <p:clrMapOvr>
    <a:masterClrMapping/>
  </p:clrMapOvr>
  <p:transition>
    <p:fad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sz="1800" dirty="0" err="1">
                <a:solidFill>
                  <a:srgbClr val="5AA314"/>
                </a:solidFill>
                <a:latin typeface="Menlo" charset="0"/>
                <a:ea typeface="Menlo" charset="0"/>
                <a:cs typeface="Menlo" charset="0"/>
              </a:rPr>
              <a:t>componentDidMount</a:t>
            </a:r>
            <a:r>
              <a:rPr lang="en-US" sz="1800" dirty="0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() </a:t>
            </a:r>
            <a:r>
              <a:rPr lang="en-US" sz="1800" dirty="0" smtClean="0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{</a:t>
            </a:r>
            <a:endParaRPr lang="en-US" sz="1800" dirty="0">
              <a:solidFill>
                <a:srgbClr val="000000"/>
              </a:solidFill>
              <a:latin typeface="Menlo" charset="0"/>
              <a:ea typeface="Menlo" charset="0"/>
              <a:cs typeface="Menlo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    </a:t>
            </a:r>
            <a:r>
              <a:rPr lang="en-US" sz="1800" dirty="0">
                <a:solidFill>
                  <a:srgbClr val="5AA314"/>
                </a:solidFill>
                <a:latin typeface="Menlo" charset="0"/>
                <a:ea typeface="Menlo" charset="0"/>
                <a:cs typeface="Menlo" charset="0"/>
              </a:rPr>
              <a:t>fetch</a:t>
            </a:r>
            <a:r>
              <a:rPr lang="en-US" sz="1800" dirty="0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(</a:t>
            </a:r>
            <a:r>
              <a:rPr lang="en-US" sz="1800" dirty="0">
                <a:solidFill>
                  <a:srgbClr val="EC4307"/>
                </a:solidFill>
                <a:latin typeface="Menlo" charset="0"/>
                <a:ea typeface="Menlo" charset="0"/>
                <a:cs typeface="Menlo" charset="0"/>
              </a:rPr>
              <a:t>"/</a:t>
            </a:r>
            <a:r>
              <a:rPr lang="en-US" sz="1800" dirty="0" err="1">
                <a:solidFill>
                  <a:srgbClr val="EC4307"/>
                </a:solidFill>
                <a:latin typeface="Menlo" charset="0"/>
                <a:ea typeface="Menlo" charset="0"/>
                <a:cs typeface="Menlo" charset="0"/>
              </a:rPr>
              <a:t>api</a:t>
            </a:r>
            <a:r>
              <a:rPr lang="en-US" sz="1800" dirty="0">
                <a:solidFill>
                  <a:srgbClr val="EC4307"/>
                </a:solidFill>
                <a:latin typeface="Menlo" charset="0"/>
                <a:ea typeface="Menlo" charset="0"/>
                <a:cs typeface="Menlo" charset="0"/>
              </a:rPr>
              <a:t>/list"</a:t>
            </a:r>
            <a:r>
              <a:rPr lang="en-US" sz="1800" dirty="0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)</a:t>
            </a:r>
          </a:p>
          <a:p>
            <a:r>
              <a:rPr lang="mr-IN" sz="1800" dirty="0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 </a:t>
            </a:r>
            <a:r>
              <a:rPr lang="mr-IN" sz="1800" dirty="0" smtClean="0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       .</a:t>
            </a:r>
            <a:r>
              <a:rPr lang="mr-IN" sz="1800" dirty="0" err="1" smtClean="0">
                <a:solidFill>
                  <a:srgbClr val="5AA314"/>
                </a:solidFill>
                <a:latin typeface="Menlo" charset="0"/>
                <a:ea typeface="Menlo" charset="0"/>
                <a:cs typeface="Menlo" charset="0"/>
              </a:rPr>
              <a:t>then</a:t>
            </a:r>
            <a:r>
              <a:rPr lang="mr-IN" sz="1800" dirty="0" smtClean="0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(</a:t>
            </a:r>
            <a:r>
              <a:rPr lang="mr-IN" sz="1800" i="1" dirty="0" err="1" smtClean="0">
                <a:solidFill>
                  <a:srgbClr val="FA8419"/>
                </a:solidFill>
                <a:latin typeface="Menlo" charset="0"/>
                <a:ea typeface="Menlo" charset="0"/>
                <a:cs typeface="Menlo" charset="0"/>
              </a:rPr>
              <a:t>r</a:t>
            </a:r>
            <a:r>
              <a:rPr lang="mr-IN" sz="1800" dirty="0" smtClean="0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 </a:t>
            </a:r>
            <a:r>
              <a:rPr lang="mr-IN" sz="1800" i="1" dirty="0">
                <a:solidFill>
                  <a:srgbClr val="27BADD"/>
                </a:solidFill>
                <a:latin typeface="Menlo" charset="0"/>
                <a:ea typeface="Menlo" charset="0"/>
                <a:cs typeface="Menlo" charset="0"/>
              </a:rPr>
              <a:t>=&gt;</a:t>
            </a:r>
            <a:r>
              <a:rPr lang="mr-IN" sz="1800" dirty="0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 </a:t>
            </a:r>
            <a:r>
              <a:rPr lang="mr-IN" sz="1800" dirty="0" err="1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r.</a:t>
            </a:r>
            <a:r>
              <a:rPr lang="mr-IN" sz="1800" dirty="0" err="1">
                <a:solidFill>
                  <a:srgbClr val="5AA314"/>
                </a:solidFill>
                <a:latin typeface="Menlo" charset="0"/>
                <a:ea typeface="Menlo" charset="0"/>
                <a:cs typeface="Menlo" charset="0"/>
              </a:rPr>
              <a:t>json</a:t>
            </a:r>
            <a:r>
              <a:rPr lang="mr-IN" sz="1800" dirty="0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() </a:t>
            </a:r>
            <a:r>
              <a:rPr lang="mr-IN" sz="1800" dirty="0" err="1">
                <a:solidFill>
                  <a:srgbClr val="F4005F"/>
                </a:solidFill>
                <a:latin typeface="Menlo" charset="0"/>
                <a:ea typeface="Menlo" charset="0"/>
                <a:cs typeface="Menlo" charset="0"/>
              </a:rPr>
              <a:t>as</a:t>
            </a:r>
            <a:r>
              <a:rPr lang="mr-IN" sz="1800" dirty="0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 </a:t>
            </a:r>
            <a:r>
              <a:rPr lang="mr-IN" sz="1800" dirty="0" err="1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Promise</a:t>
            </a:r>
            <a:r>
              <a:rPr lang="mr-IN" sz="1800" dirty="0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&lt;</a:t>
            </a:r>
            <a:r>
              <a:rPr lang="mr-IN" sz="1800" dirty="0" err="1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Item</a:t>
            </a:r>
            <a:r>
              <a:rPr lang="mr-IN" sz="1800" dirty="0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[]&gt;)</a:t>
            </a:r>
          </a:p>
          <a:p>
            <a:r>
              <a:rPr lang="en-US" sz="1800" dirty="0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       </a:t>
            </a:r>
            <a:r>
              <a:rPr lang="en-US" sz="1800" dirty="0" smtClean="0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 .</a:t>
            </a:r>
            <a:r>
              <a:rPr lang="en-US" sz="1800" dirty="0">
                <a:solidFill>
                  <a:srgbClr val="5AA314"/>
                </a:solidFill>
                <a:latin typeface="Menlo" charset="0"/>
                <a:ea typeface="Menlo" charset="0"/>
                <a:cs typeface="Menlo" charset="0"/>
              </a:rPr>
              <a:t>then</a:t>
            </a:r>
            <a:r>
              <a:rPr lang="en-US" sz="1800" dirty="0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(</a:t>
            </a:r>
            <a:r>
              <a:rPr lang="en-US" sz="1800" i="1" dirty="0">
                <a:solidFill>
                  <a:srgbClr val="FA8419"/>
                </a:solidFill>
                <a:latin typeface="Menlo" charset="0"/>
                <a:ea typeface="Menlo" charset="0"/>
                <a:cs typeface="Menlo" charset="0"/>
              </a:rPr>
              <a:t>items</a:t>
            </a:r>
            <a:r>
              <a:rPr lang="en-US" sz="1800" dirty="0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1800" i="1" dirty="0">
                <a:solidFill>
                  <a:srgbClr val="27BADD"/>
                </a:solidFill>
                <a:latin typeface="Menlo" charset="0"/>
                <a:ea typeface="Menlo" charset="0"/>
                <a:cs typeface="Menlo" charset="0"/>
              </a:rPr>
              <a:t>=&gt;</a:t>
            </a:r>
            <a:r>
              <a:rPr lang="en-US" sz="1800" dirty="0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this.</a:t>
            </a:r>
            <a:r>
              <a:rPr lang="en-US" sz="1800" dirty="0" err="1">
                <a:solidFill>
                  <a:srgbClr val="5AA314"/>
                </a:solidFill>
                <a:latin typeface="Menlo" charset="0"/>
                <a:ea typeface="Menlo" charset="0"/>
                <a:cs typeface="Menlo" charset="0"/>
              </a:rPr>
              <a:t>setState</a:t>
            </a:r>
            <a:r>
              <a:rPr lang="en-US" sz="1800" dirty="0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({ items: items }))</a:t>
            </a:r>
          </a:p>
          <a:p>
            <a:r>
              <a:rPr lang="en-US" sz="1800" dirty="0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}</a:t>
            </a:r>
          </a:p>
          <a:p>
            <a:endParaRPr lang="en-US" sz="1800" dirty="0">
              <a:latin typeface="Menlo" charset="0"/>
              <a:ea typeface="Menlo" charset="0"/>
              <a:cs typeface="Menl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8793990"/>
      </p:ext>
    </p:extLst>
  </p:cSld>
  <p:clrMapOvr>
    <a:masterClrMapping/>
  </p:clrMapOvr>
  <p:transition>
    <p:fade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sz="1800" dirty="0" err="1">
                <a:solidFill>
                  <a:srgbClr val="F4005F"/>
                </a:solidFill>
                <a:latin typeface="Menlo-Regular" charset="0"/>
              </a:rPr>
              <a:t>async</a:t>
            </a:r>
            <a:r>
              <a:rPr lang="en-US" sz="1800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800" dirty="0" err="1">
                <a:solidFill>
                  <a:srgbClr val="5AA314"/>
                </a:solidFill>
                <a:latin typeface="Menlo-Regular" charset="0"/>
              </a:rPr>
              <a:t>componentDidMount</a:t>
            </a:r>
            <a:r>
              <a:rPr lang="en-US" sz="1800" dirty="0">
                <a:solidFill>
                  <a:srgbClr val="000000"/>
                </a:solidFill>
                <a:latin typeface="Menlo-Regular" charset="0"/>
              </a:rPr>
              <a:t>() {</a:t>
            </a:r>
          </a:p>
          <a:p>
            <a:r>
              <a:rPr lang="en-US" sz="1800" dirty="0">
                <a:solidFill>
                  <a:srgbClr val="000000"/>
                </a:solidFill>
                <a:latin typeface="Menlo-Regular" charset="0"/>
              </a:rPr>
              <a:t>  </a:t>
            </a:r>
            <a:r>
              <a:rPr lang="en-US" sz="1800" i="1" dirty="0">
                <a:solidFill>
                  <a:srgbClr val="27BADD"/>
                </a:solidFill>
                <a:latin typeface="Menlo-Italic" charset="0"/>
              </a:rPr>
              <a:t>let</a:t>
            </a:r>
            <a:r>
              <a:rPr lang="en-US" sz="1800" dirty="0">
                <a:solidFill>
                  <a:srgbClr val="000000"/>
                </a:solidFill>
                <a:latin typeface="Menlo-Regular" charset="0"/>
              </a:rPr>
              <a:t> response </a:t>
            </a:r>
            <a:r>
              <a:rPr lang="en-US" sz="1800" dirty="0">
                <a:solidFill>
                  <a:srgbClr val="F4005F"/>
                </a:solidFill>
                <a:latin typeface="Menlo-Regular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800" dirty="0">
                <a:solidFill>
                  <a:srgbClr val="F4005F"/>
                </a:solidFill>
                <a:latin typeface="Menlo-Regular" charset="0"/>
              </a:rPr>
              <a:t>await</a:t>
            </a:r>
            <a:r>
              <a:rPr lang="en-US" sz="1800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800" dirty="0">
                <a:solidFill>
                  <a:srgbClr val="5AA314"/>
                </a:solidFill>
                <a:latin typeface="Menlo-Regular" charset="0"/>
              </a:rPr>
              <a:t>fetch</a:t>
            </a:r>
            <a:r>
              <a:rPr lang="en-US" sz="1800" dirty="0">
                <a:solidFill>
                  <a:srgbClr val="000000"/>
                </a:solidFill>
                <a:latin typeface="Menlo-Regular" charset="0"/>
              </a:rPr>
              <a:t>(</a:t>
            </a:r>
            <a:r>
              <a:rPr lang="en-US" sz="1800" dirty="0">
                <a:solidFill>
                  <a:srgbClr val="EC4307"/>
                </a:solidFill>
                <a:latin typeface="Menlo-Regular" charset="0"/>
              </a:rPr>
              <a:t>"/</a:t>
            </a:r>
            <a:r>
              <a:rPr lang="en-US" sz="1800" dirty="0" err="1">
                <a:solidFill>
                  <a:srgbClr val="EC4307"/>
                </a:solidFill>
                <a:latin typeface="Menlo-Regular" charset="0"/>
              </a:rPr>
              <a:t>api</a:t>
            </a:r>
            <a:r>
              <a:rPr lang="en-US" sz="1800" dirty="0">
                <a:solidFill>
                  <a:srgbClr val="EC4307"/>
                </a:solidFill>
                <a:latin typeface="Menlo-Regular" charset="0"/>
              </a:rPr>
              <a:t>/list"</a:t>
            </a:r>
            <a:r>
              <a:rPr lang="en-US" sz="1800" dirty="0">
                <a:solidFill>
                  <a:srgbClr val="000000"/>
                </a:solidFill>
                <a:latin typeface="Menlo-Regular" charset="0"/>
              </a:rPr>
              <a:t>)</a:t>
            </a:r>
          </a:p>
          <a:p>
            <a:r>
              <a:rPr lang="en-US" sz="1800" dirty="0">
                <a:solidFill>
                  <a:srgbClr val="000000"/>
                </a:solidFill>
                <a:latin typeface="Menlo-Regular" charset="0"/>
              </a:rPr>
              <a:t>  </a:t>
            </a:r>
            <a:r>
              <a:rPr lang="en-US" sz="1800" i="1" dirty="0">
                <a:solidFill>
                  <a:srgbClr val="27BADD"/>
                </a:solidFill>
                <a:latin typeface="Menlo-Italic" charset="0"/>
              </a:rPr>
              <a:t>let</a:t>
            </a:r>
            <a:r>
              <a:rPr lang="en-US" sz="1800" dirty="0">
                <a:solidFill>
                  <a:srgbClr val="000000"/>
                </a:solidFill>
                <a:latin typeface="Menlo-Regular" charset="0"/>
              </a:rPr>
              <a:t> data </a:t>
            </a:r>
            <a:r>
              <a:rPr lang="en-US" sz="1800" dirty="0">
                <a:solidFill>
                  <a:srgbClr val="F4005F"/>
                </a:solidFill>
                <a:latin typeface="Menlo-Regular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800" dirty="0">
                <a:solidFill>
                  <a:srgbClr val="F4005F"/>
                </a:solidFill>
                <a:latin typeface="Menlo-Regular" charset="0"/>
              </a:rPr>
              <a:t>await</a:t>
            </a:r>
            <a:r>
              <a:rPr lang="en-US" sz="1800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Menlo-Regular" charset="0"/>
              </a:rPr>
              <a:t>response.</a:t>
            </a:r>
            <a:r>
              <a:rPr lang="en-US" sz="1800" dirty="0" err="1">
                <a:solidFill>
                  <a:srgbClr val="5AA314"/>
                </a:solidFill>
                <a:latin typeface="Menlo-Regular" charset="0"/>
              </a:rPr>
              <a:t>json</a:t>
            </a:r>
            <a:r>
              <a:rPr lang="en-US" sz="1800" dirty="0">
                <a:solidFill>
                  <a:srgbClr val="000000"/>
                </a:solidFill>
                <a:latin typeface="Menlo-Regular" charset="0"/>
              </a:rPr>
              <a:t>()</a:t>
            </a:r>
          </a:p>
          <a:p>
            <a:r>
              <a:rPr lang="en-US" sz="1800" dirty="0">
                <a:solidFill>
                  <a:srgbClr val="000000"/>
                </a:solidFill>
                <a:latin typeface="Menlo-Regular" charset="0"/>
              </a:rPr>
              <a:t>  </a:t>
            </a:r>
            <a:r>
              <a:rPr lang="en-US" sz="1800" dirty="0" err="1">
                <a:solidFill>
                  <a:srgbClr val="000000"/>
                </a:solidFill>
                <a:latin typeface="Menlo-Regular" charset="0"/>
              </a:rPr>
              <a:t>this.</a:t>
            </a:r>
            <a:r>
              <a:rPr lang="en-US" sz="1800" dirty="0" err="1">
                <a:solidFill>
                  <a:srgbClr val="5AA314"/>
                </a:solidFill>
                <a:latin typeface="Menlo-Regular" charset="0"/>
              </a:rPr>
              <a:t>setState</a:t>
            </a:r>
            <a:r>
              <a:rPr lang="en-US" sz="1800" dirty="0">
                <a:solidFill>
                  <a:srgbClr val="000000"/>
                </a:solidFill>
                <a:latin typeface="Menlo-Regular" charset="0"/>
              </a:rPr>
              <a:t>({ items: data })</a:t>
            </a:r>
          </a:p>
          <a:p>
            <a:r>
              <a:rPr lang="en-US" sz="1800" dirty="0">
                <a:solidFill>
                  <a:srgbClr val="000000"/>
                </a:solidFill>
                <a:latin typeface="Menlo-Regular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27482337"/>
      </p:ext>
    </p:extLst>
  </p:cSld>
  <p:clrMapOvr>
    <a:masterClrMapping/>
  </p:clrMapOvr>
  <p:transition>
    <p:fade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Swashbuckle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 smtClean="0"/>
              <a:t>dotnet</a:t>
            </a:r>
            <a:r>
              <a:rPr lang="en-US" dirty="0"/>
              <a:t> add package </a:t>
            </a:r>
            <a:r>
              <a:rPr lang="en-US" dirty="0" err="1"/>
              <a:t>Swashbuckle.AspNetCore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5270272"/>
      </p:ext>
    </p:extLst>
  </p:cSld>
  <p:clrMapOvr>
    <a:masterClrMapping/>
  </p:clrMapOvr>
  <p:transition>
    <p:fade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Routing! </a:t>
            </a:r>
            <a:r>
              <a:rPr lang="en-US" dirty="0" smtClean="0">
                <a:latin typeface="Menlo" charset="0"/>
                <a:ea typeface="Menlo" charset="0"/>
                <a:cs typeface="Menlo" charset="0"/>
              </a:rPr>
              <a:t>react-router</a:t>
            </a:r>
            <a:endParaRPr lang="en-US" dirty="0">
              <a:latin typeface="Menlo" charset="0"/>
              <a:ea typeface="Menlo" charset="0"/>
              <a:cs typeface="Menlo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sz="1961" dirty="0">
                <a:solidFill>
                  <a:srgbClr val="F4005F"/>
                </a:solidFill>
                <a:latin typeface="Menlo-Regular" charset="0"/>
              </a:rPr>
              <a:t>export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961" dirty="0">
                <a:solidFill>
                  <a:srgbClr val="F4005F"/>
                </a:solidFill>
                <a:latin typeface="Menlo-Regular" charset="0"/>
              </a:rPr>
              <a:t>default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 &lt;</a:t>
            </a:r>
            <a:r>
              <a:rPr lang="en-US" sz="1961" dirty="0">
                <a:solidFill>
                  <a:srgbClr val="F4005F"/>
                </a:solidFill>
                <a:latin typeface="Menlo-Regular" charset="0"/>
              </a:rPr>
              <a:t>Route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961" dirty="0">
                <a:solidFill>
                  <a:srgbClr val="5AA314"/>
                </a:solidFill>
                <a:latin typeface="Menlo-Regular" charset="0"/>
              </a:rPr>
              <a:t>component</a:t>
            </a:r>
            <a:r>
              <a:rPr lang="en-US" sz="1961" dirty="0">
                <a:solidFill>
                  <a:srgbClr val="F4005F"/>
                </a:solidFill>
                <a:latin typeface="Menlo-Regular" charset="0"/>
              </a:rPr>
              <a:t>=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{Layout}&gt;</a:t>
            </a:r>
          </a:p>
          <a:p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    &lt;</a:t>
            </a:r>
            <a:r>
              <a:rPr lang="en-US" sz="1961" dirty="0">
                <a:solidFill>
                  <a:srgbClr val="F4005F"/>
                </a:solidFill>
                <a:latin typeface="Menlo-Regular" charset="0"/>
              </a:rPr>
              <a:t>Route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961" dirty="0">
                <a:solidFill>
                  <a:srgbClr val="5AA314"/>
                </a:solidFill>
                <a:latin typeface="Menlo-Regular" charset="0"/>
              </a:rPr>
              <a:t>path</a:t>
            </a:r>
            <a:r>
              <a:rPr lang="en-US" sz="1961" dirty="0">
                <a:solidFill>
                  <a:srgbClr val="F4005F"/>
                </a:solidFill>
                <a:latin typeface="Menlo-Regular" charset="0"/>
              </a:rPr>
              <a:t>=</a:t>
            </a:r>
            <a:r>
              <a:rPr lang="en-US" sz="1961" dirty="0">
                <a:solidFill>
                  <a:srgbClr val="EC4307"/>
                </a:solidFill>
                <a:latin typeface="Menlo-Regular" charset="0"/>
              </a:rPr>
              <a:t>'/'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961" dirty="0">
                <a:solidFill>
                  <a:srgbClr val="5AA314"/>
                </a:solidFill>
                <a:latin typeface="Menlo-Regular" charset="0"/>
              </a:rPr>
              <a:t>components</a:t>
            </a:r>
            <a:r>
              <a:rPr lang="en-US" sz="1961" dirty="0">
                <a:solidFill>
                  <a:srgbClr val="F4005F"/>
                </a:solidFill>
                <a:latin typeface="Menlo-Regular" charset="0"/>
              </a:rPr>
              <a:t>=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{{ body: Home }} /&gt;</a:t>
            </a:r>
          </a:p>
          <a:p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    &lt;</a:t>
            </a:r>
            <a:r>
              <a:rPr lang="en-US" sz="1961" dirty="0">
                <a:solidFill>
                  <a:srgbClr val="F4005F"/>
                </a:solidFill>
                <a:latin typeface="Menlo-Regular" charset="0"/>
              </a:rPr>
              <a:t>Route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961" dirty="0">
                <a:solidFill>
                  <a:srgbClr val="5AA314"/>
                </a:solidFill>
                <a:latin typeface="Menlo-Regular" charset="0"/>
              </a:rPr>
              <a:t>path</a:t>
            </a:r>
            <a:r>
              <a:rPr lang="en-US" sz="1961" dirty="0">
                <a:solidFill>
                  <a:srgbClr val="F4005F"/>
                </a:solidFill>
                <a:latin typeface="Menlo-Regular" charset="0"/>
              </a:rPr>
              <a:t>=</a:t>
            </a:r>
            <a:r>
              <a:rPr lang="en-US" sz="1961" dirty="0">
                <a:solidFill>
                  <a:srgbClr val="EC4307"/>
                </a:solidFill>
                <a:latin typeface="Menlo-Regular" charset="0"/>
              </a:rPr>
              <a:t>'/counter'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961" dirty="0">
                <a:solidFill>
                  <a:srgbClr val="5AA314"/>
                </a:solidFill>
                <a:latin typeface="Menlo-Regular" charset="0"/>
              </a:rPr>
              <a:t>components</a:t>
            </a:r>
            <a:r>
              <a:rPr lang="en-US" sz="1961" dirty="0">
                <a:solidFill>
                  <a:srgbClr val="F4005F"/>
                </a:solidFill>
                <a:latin typeface="Menlo-Regular" charset="0"/>
              </a:rPr>
              <a:t>=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{{ body: Counter }} /&gt;</a:t>
            </a:r>
          </a:p>
          <a:p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    &lt;</a:t>
            </a:r>
            <a:r>
              <a:rPr lang="en-US" sz="1961" dirty="0">
                <a:solidFill>
                  <a:srgbClr val="F4005F"/>
                </a:solidFill>
                <a:latin typeface="Menlo-Regular" charset="0"/>
              </a:rPr>
              <a:t>Route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961" dirty="0">
                <a:solidFill>
                  <a:srgbClr val="5AA314"/>
                </a:solidFill>
                <a:latin typeface="Menlo-Regular" charset="0"/>
              </a:rPr>
              <a:t>path</a:t>
            </a:r>
            <a:r>
              <a:rPr lang="en-US" sz="1961" dirty="0">
                <a:solidFill>
                  <a:srgbClr val="F4005F"/>
                </a:solidFill>
                <a:latin typeface="Menlo-Regular" charset="0"/>
              </a:rPr>
              <a:t>=</a:t>
            </a:r>
            <a:r>
              <a:rPr lang="en-US" sz="1961" dirty="0">
                <a:solidFill>
                  <a:srgbClr val="EC4307"/>
                </a:solidFill>
                <a:latin typeface="Menlo-Regular" charset="0"/>
              </a:rPr>
              <a:t>'/</a:t>
            </a:r>
            <a:r>
              <a:rPr lang="en-US" sz="1961" dirty="0" err="1">
                <a:solidFill>
                  <a:srgbClr val="EC4307"/>
                </a:solidFill>
                <a:latin typeface="Menlo-Regular" charset="0"/>
              </a:rPr>
              <a:t>fetchdata</a:t>
            </a:r>
            <a:r>
              <a:rPr lang="en-US" sz="1961" dirty="0">
                <a:solidFill>
                  <a:srgbClr val="EC4307"/>
                </a:solidFill>
                <a:latin typeface="Menlo-Regular" charset="0"/>
              </a:rPr>
              <a:t>'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961" dirty="0">
                <a:solidFill>
                  <a:srgbClr val="5AA314"/>
                </a:solidFill>
                <a:latin typeface="Menlo-Regular" charset="0"/>
              </a:rPr>
              <a:t>components</a:t>
            </a:r>
            <a:r>
              <a:rPr lang="en-US" sz="1961" dirty="0">
                <a:solidFill>
                  <a:srgbClr val="F4005F"/>
                </a:solidFill>
                <a:latin typeface="Menlo-Regular" charset="0"/>
              </a:rPr>
              <a:t>=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{{ body: </a:t>
            </a:r>
            <a:r>
              <a:rPr lang="en-US" sz="1961" dirty="0" err="1">
                <a:solidFill>
                  <a:srgbClr val="000000"/>
                </a:solidFill>
                <a:latin typeface="Menlo-Regular" charset="0"/>
              </a:rPr>
              <a:t>FetchData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 }}&gt;</a:t>
            </a:r>
          </a:p>
          <a:p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    &lt;</a:t>
            </a:r>
            <a:r>
              <a:rPr lang="en-US" sz="1961" dirty="0">
                <a:solidFill>
                  <a:srgbClr val="F4005F"/>
                </a:solidFill>
                <a:latin typeface="Menlo-Regular" charset="0"/>
              </a:rPr>
              <a:t>Route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961" dirty="0">
                <a:solidFill>
                  <a:srgbClr val="5AA314"/>
                </a:solidFill>
                <a:latin typeface="Menlo-Regular" charset="0"/>
              </a:rPr>
              <a:t>path</a:t>
            </a:r>
            <a:r>
              <a:rPr lang="en-US" sz="1961" dirty="0">
                <a:solidFill>
                  <a:srgbClr val="F4005F"/>
                </a:solidFill>
                <a:latin typeface="Menlo-Regular" charset="0"/>
              </a:rPr>
              <a:t>=</a:t>
            </a:r>
            <a:r>
              <a:rPr lang="en-US" sz="1961" dirty="0">
                <a:solidFill>
                  <a:srgbClr val="EC4307"/>
                </a:solidFill>
                <a:latin typeface="Menlo-Regular" charset="0"/>
              </a:rPr>
              <a:t>'(:</a:t>
            </a:r>
            <a:r>
              <a:rPr lang="en-US" sz="1961" dirty="0" err="1">
                <a:solidFill>
                  <a:srgbClr val="EC4307"/>
                </a:solidFill>
                <a:latin typeface="Menlo-Regular" charset="0"/>
              </a:rPr>
              <a:t>startDateIndex</a:t>
            </a:r>
            <a:r>
              <a:rPr lang="en-US" sz="1961" dirty="0">
                <a:solidFill>
                  <a:srgbClr val="EC4307"/>
                </a:solidFill>
                <a:latin typeface="Menlo-Regular" charset="0"/>
              </a:rPr>
              <a:t>)'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 /&gt; {</a:t>
            </a:r>
          </a:p>
          <a:p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       </a:t>
            </a:r>
            <a:r>
              <a:rPr lang="en-US" sz="1961" dirty="0">
                <a:solidFill>
                  <a:srgbClr val="8E8E7C"/>
                </a:solidFill>
                <a:latin typeface="Menlo-Regular" charset="0"/>
              </a:rPr>
              <a:t>/* Optional route segment that does not affect </a:t>
            </a:r>
            <a:r>
              <a:rPr lang="en-US" sz="1961" dirty="0" err="1">
                <a:solidFill>
                  <a:srgbClr val="8E8E7C"/>
                </a:solidFill>
                <a:latin typeface="Menlo-Regular" charset="0"/>
              </a:rPr>
              <a:t>NavMenu</a:t>
            </a:r>
            <a:r>
              <a:rPr lang="en-US" sz="1961" dirty="0">
                <a:solidFill>
                  <a:srgbClr val="8E8E7C"/>
                </a:solidFill>
                <a:latin typeface="Menlo-Regular" charset="0"/>
              </a:rPr>
              <a:t> highlighting */</a:t>
            </a:r>
            <a:endParaRPr lang="en-US" sz="1961" dirty="0">
              <a:solidFill>
                <a:srgbClr val="000000"/>
              </a:solidFill>
              <a:latin typeface="Menlo-Regular" charset="0"/>
            </a:endParaRPr>
          </a:p>
          <a:p>
            <a:r>
              <a:rPr lang="is-IS" sz="1961" dirty="0">
                <a:solidFill>
                  <a:srgbClr val="000000"/>
                </a:solidFill>
                <a:latin typeface="Menlo-Regular" charset="0"/>
              </a:rPr>
              <a:t>    }</a:t>
            </a:r>
          </a:p>
          <a:p>
            <a:r>
              <a:rPr lang="mr-IN" sz="1961" dirty="0">
                <a:solidFill>
                  <a:srgbClr val="000000"/>
                </a:solidFill>
                <a:latin typeface="Menlo-Regular" charset="0"/>
              </a:rPr>
              <a:t>    &lt;/</a:t>
            </a:r>
            <a:r>
              <a:rPr lang="mr-IN" sz="1961" dirty="0" err="1">
                <a:solidFill>
                  <a:srgbClr val="F4005F"/>
                </a:solidFill>
                <a:latin typeface="Menlo-Regular" charset="0"/>
              </a:rPr>
              <a:t>Route</a:t>
            </a:r>
            <a:r>
              <a:rPr lang="mr-IN" sz="1961" dirty="0">
                <a:solidFill>
                  <a:srgbClr val="000000"/>
                </a:solidFill>
                <a:latin typeface="Menlo-Regular" charset="0"/>
              </a:rPr>
              <a:t>&gt;</a:t>
            </a:r>
          </a:p>
          <a:p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    &lt;</a:t>
            </a:r>
            <a:r>
              <a:rPr lang="en-US" sz="1961" dirty="0">
                <a:solidFill>
                  <a:srgbClr val="F4005F"/>
                </a:solidFill>
                <a:latin typeface="Menlo-Regular" charset="0"/>
              </a:rPr>
              <a:t>Route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961" dirty="0">
                <a:solidFill>
                  <a:srgbClr val="5AA314"/>
                </a:solidFill>
                <a:latin typeface="Menlo-Regular" charset="0"/>
              </a:rPr>
              <a:t>path</a:t>
            </a:r>
            <a:r>
              <a:rPr lang="en-US" sz="1961" dirty="0">
                <a:solidFill>
                  <a:srgbClr val="F4005F"/>
                </a:solidFill>
                <a:latin typeface="Menlo-Regular" charset="0"/>
              </a:rPr>
              <a:t>=</a:t>
            </a:r>
            <a:r>
              <a:rPr lang="en-US" sz="1961" dirty="0">
                <a:solidFill>
                  <a:srgbClr val="EC4307"/>
                </a:solidFill>
                <a:latin typeface="Menlo-Regular" charset="0"/>
              </a:rPr>
              <a:t>'/sample'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961" dirty="0">
                <a:solidFill>
                  <a:srgbClr val="5AA314"/>
                </a:solidFill>
                <a:latin typeface="Menlo-Regular" charset="0"/>
              </a:rPr>
              <a:t>components</a:t>
            </a:r>
            <a:r>
              <a:rPr lang="en-US" sz="1961" dirty="0">
                <a:solidFill>
                  <a:srgbClr val="F4005F"/>
                </a:solidFill>
                <a:latin typeface="Menlo-Regular" charset="0"/>
              </a:rPr>
              <a:t>=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{{ body: Sample }} /&gt;</a:t>
            </a:r>
          </a:p>
          <a:p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    &lt;</a:t>
            </a:r>
            <a:r>
              <a:rPr lang="en-US" sz="1961" dirty="0">
                <a:solidFill>
                  <a:srgbClr val="F4005F"/>
                </a:solidFill>
                <a:latin typeface="Menlo-Regular" charset="0"/>
              </a:rPr>
              <a:t>Route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961" dirty="0">
                <a:solidFill>
                  <a:srgbClr val="5AA314"/>
                </a:solidFill>
                <a:latin typeface="Menlo-Regular" charset="0"/>
              </a:rPr>
              <a:t>path</a:t>
            </a:r>
            <a:r>
              <a:rPr lang="en-US" sz="1961" dirty="0">
                <a:solidFill>
                  <a:srgbClr val="F4005F"/>
                </a:solidFill>
                <a:latin typeface="Menlo-Regular" charset="0"/>
              </a:rPr>
              <a:t>=</a:t>
            </a:r>
            <a:r>
              <a:rPr lang="en-US" sz="1961" dirty="0">
                <a:solidFill>
                  <a:srgbClr val="EC4307"/>
                </a:solidFill>
                <a:latin typeface="Menlo-Regular" charset="0"/>
              </a:rPr>
              <a:t>'/</a:t>
            </a:r>
            <a:r>
              <a:rPr lang="en-US" sz="1961" dirty="0" err="1">
                <a:solidFill>
                  <a:srgbClr val="EC4307"/>
                </a:solidFill>
                <a:latin typeface="Menlo-Regular" charset="0"/>
              </a:rPr>
              <a:t>sampleredux</a:t>
            </a:r>
            <a:r>
              <a:rPr lang="en-US" sz="1961" dirty="0">
                <a:solidFill>
                  <a:srgbClr val="EC4307"/>
                </a:solidFill>
                <a:latin typeface="Menlo-Regular" charset="0"/>
              </a:rPr>
              <a:t>'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961" dirty="0">
                <a:solidFill>
                  <a:srgbClr val="5AA314"/>
                </a:solidFill>
                <a:latin typeface="Menlo-Regular" charset="0"/>
              </a:rPr>
              <a:t>components</a:t>
            </a:r>
            <a:r>
              <a:rPr lang="en-US" sz="1961" dirty="0">
                <a:solidFill>
                  <a:srgbClr val="F4005F"/>
                </a:solidFill>
                <a:latin typeface="Menlo-Regular" charset="0"/>
              </a:rPr>
              <a:t>=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{{ body: </a:t>
            </a:r>
            <a:r>
              <a:rPr lang="en-US" sz="1961" dirty="0" err="1">
                <a:solidFill>
                  <a:srgbClr val="000000"/>
                </a:solidFill>
                <a:latin typeface="Menlo-Regular" charset="0"/>
              </a:rPr>
              <a:t>SampleRedux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 }} /&gt;</a:t>
            </a:r>
          </a:p>
          <a:p>
            <a:r>
              <a:rPr lang="mr-IN" sz="1961" dirty="0">
                <a:solidFill>
                  <a:srgbClr val="000000"/>
                </a:solidFill>
                <a:latin typeface="Menlo-Regular" charset="0"/>
              </a:rPr>
              <a:t>&lt;/</a:t>
            </a:r>
            <a:r>
              <a:rPr lang="mr-IN" sz="1961" dirty="0" err="1">
                <a:solidFill>
                  <a:srgbClr val="F4005F"/>
                </a:solidFill>
                <a:latin typeface="Menlo-Regular" charset="0"/>
              </a:rPr>
              <a:t>Route</a:t>
            </a:r>
            <a:r>
              <a:rPr lang="mr-IN" sz="1961" dirty="0">
                <a:solidFill>
                  <a:srgbClr val="000000"/>
                </a:solidFill>
                <a:latin typeface="Menlo-Regular" charset="0"/>
              </a:rPr>
              <a:t>&gt;;</a:t>
            </a:r>
          </a:p>
          <a:p>
            <a:endParaRPr lang="mr-IN" sz="1961" dirty="0">
              <a:solidFill>
                <a:srgbClr val="000000"/>
              </a:solidFill>
              <a:latin typeface="Menlo-Regular" charset="0"/>
            </a:endParaRPr>
          </a:p>
          <a:p>
            <a:endParaRPr lang="mr-IN" sz="1961" dirty="0">
              <a:solidFill>
                <a:srgbClr val="000000"/>
              </a:solidFill>
              <a:latin typeface="Menlo-Regular" charset="0"/>
            </a:endParaRPr>
          </a:p>
          <a:p>
            <a:endParaRPr lang="mr-IN" sz="1961" dirty="0">
              <a:solidFill>
                <a:srgbClr val="000000"/>
              </a:solidFill>
              <a:latin typeface="Menlo-Regular" charset="0"/>
            </a:endParaRPr>
          </a:p>
          <a:p>
            <a:endParaRPr lang="mr-IN" sz="1961" dirty="0">
              <a:solidFill>
                <a:srgbClr val="000000"/>
              </a:solidFill>
              <a:latin typeface="Menlo-Regular" charset="0"/>
            </a:endParaRPr>
          </a:p>
          <a:p>
            <a:endParaRPr lang="en-US" sz="1961" dirty="0"/>
          </a:p>
        </p:txBody>
      </p:sp>
    </p:spTree>
    <p:extLst>
      <p:ext uri="{BB962C8B-B14F-4D97-AF65-F5344CB8AC3E}">
        <p14:creationId xmlns:p14="http://schemas.microsoft.com/office/powerpoint/2010/main" val="110697570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Autofit/>
          </a:bodyPr>
          <a:lstStyle/>
          <a:p>
            <a:r>
              <a:rPr lang="en-US" sz="1600" dirty="0" err="1" smtClean="0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app.</a:t>
            </a:r>
            <a:r>
              <a:rPr lang="en-US" sz="1600" dirty="0" err="1" smtClean="0">
                <a:solidFill>
                  <a:srgbClr val="5AA314"/>
                </a:solidFill>
                <a:latin typeface="Menlo" charset="0"/>
                <a:ea typeface="Menlo" charset="0"/>
                <a:cs typeface="Menlo" charset="0"/>
              </a:rPr>
              <a:t>UseMvc</a:t>
            </a:r>
            <a:r>
              <a:rPr lang="en-US" sz="1600" dirty="0" smtClean="0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(routes </a:t>
            </a:r>
            <a:r>
              <a:rPr lang="en-US" sz="1600" dirty="0" smtClean="0">
                <a:solidFill>
                  <a:srgbClr val="F4005F"/>
                </a:solidFill>
                <a:latin typeface="Menlo" charset="0"/>
                <a:ea typeface="Menlo" charset="0"/>
                <a:cs typeface="Menlo" charset="0"/>
              </a:rPr>
              <a:t>=&gt;</a:t>
            </a:r>
            <a:endParaRPr lang="en-US" sz="1600" dirty="0" smtClean="0">
              <a:solidFill>
                <a:srgbClr val="000000"/>
              </a:solidFill>
              <a:latin typeface="Menlo" charset="0"/>
              <a:ea typeface="Menlo" charset="0"/>
              <a:cs typeface="Menlo" charset="0"/>
            </a:endParaRPr>
          </a:p>
          <a:p>
            <a:r>
              <a:rPr lang="en-US" sz="1600" dirty="0" smtClean="0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{</a:t>
            </a:r>
          </a:p>
          <a:p>
            <a:r>
              <a:rPr lang="en-US" sz="1600" dirty="0" smtClean="0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    </a:t>
            </a:r>
            <a:r>
              <a:rPr lang="en-US" sz="1600" dirty="0" err="1" smtClean="0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routes.</a:t>
            </a:r>
            <a:r>
              <a:rPr lang="en-US" sz="1600" dirty="0" err="1" smtClean="0">
                <a:solidFill>
                  <a:srgbClr val="5AA314"/>
                </a:solidFill>
                <a:latin typeface="Menlo" charset="0"/>
                <a:ea typeface="Menlo" charset="0"/>
                <a:cs typeface="Menlo" charset="0"/>
              </a:rPr>
              <a:t>MapRoute</a:t>
            </a:r>
            <a:r>
              <a:rPr lang="en-US" sz="1600" dirty="0" smtClean="0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(</a:t>
            </a:r>
          </a:p>
          <a:p>
            <a:r>
              <a:rPr lang="mr-IN" sz="1600" dirty="0" smtClean="0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        </a:t>
            </a:r>
            <a:r>
              <a:rPr lang="mr-IN" sz="1600" dirty="0" err="1" smtClean="0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name</a:t>
            </a:r>
            <a:r>
              <a:rPr lang="mr-IN" sz="1600" dirty="0" smtClean="0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: </a:t>
            </a:r>
            <a:r>
              <a:rPr lang="mr-IN" sz="1600" dirty="0" smtClean="0">
                <a:solidFill>
                  <a:srgbClr val="EC4307"/>
                </a:solidFill>
                <a:latin typeface="Menlo" charset="0"/>
                <a:ea typeface="Menlo" charset="0"/>
                <a:cs typeface="Menlo" charset="0"/>
              </a:rPr>
              <a:t>"</a:t>
            </a:r>
            <a:r>
              <a:rPr lang="mr-IN" sz="1600" dirty="0" err="1" smtClean="0">
                <a:solidFill>
                  <a:srgbClr val="EC4307"/>
                </a:solidFill>
                <a:latin typeface="Menlo" charset="0"/>
                <a:ea typeface="Menlo" charset="0"/>
                <a:cs typeface="Menlo" charset="0"/>
              </a:rPr>
              <a:t>default</a:t>
            </a:r>
            <a:r>
              <a:rPr lang="mr-IN" sz="1600" dirty="0" smtClean="0">
                <a:solidFill>
                  <a:srgbClr val="EC4307"/>
                </a:solidFill>
                <a:latin typeface="Menlo" charset="0"/>
                <a:ea typeface="Menlo" charset="0"/>
                <a:cs typeface="Menlo" charset="0"/>
              </a:rPr>
              <a:t>"</a:t>
            </a:r>
            <a:r>
              <a:rPr lang="mr-IN" sz="1600" dirty="0" smtClean="0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,</a:t>
            </a:r>
          </a:p>
          <a:p>
            <a:r>
              <a:rPr lang="en-US" sz="1600" dirty="0" smtClean="0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        template: </a:t>
            </a:r>
            <a:r>
              <a:rPr lang="en-US" sz="1600" dirty="0" smtClean="0">
                <a:solidFill>
                  <a:srgbClr val="EC4307"/>
                </a:solidFill>
                <a:latin typeface="Menlo" charset="0"/>
                <a:ea typeface="Menlo" charset="0"/>
                <a:cs typeface="Menlo" charset="0"/>
              </a:rPr>
              <a:t>"{controller=Home}/{action=Index}/{id?}"</a:t>
            </a:r>
            <a:r>
              <a:rPr lang="en-US" sz="1600" dirty="0" smtClean="0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);</a:t>
            </a:r>
          </a:p>
          <a:p>
            <a:r>
              <a:rPr lang="mr-IN" sz="1600" dirty="0" smtClean="0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});</a:t>
            </a:r>
          </a:p>
          <a:p>
            <a:r>
              <a:rPr lang="en-US" sz="1600" dirty="0" smtClean="0">
                <a:solidFill>
                  <a:srgbClr val="8E8E7C"/>
                </a:solidFill>
                <a:latin typeface="Menlo" charset="0"/>
                <a:ea typeface="Menlo" charset="0"/>
                <a:cs typeface="Menlo" charset="0"/>
              </a:rPr>
              <a:t>// here you can see we make sure it doesn't start with /</a:t>
            </a:r>
            <a:r>
              <a:rPr lang="en-US" sz="1600" dirty="0" err="1" smtClean="0">
                <a:solidFill>
                  <a:srgbClr val="8E8E7C"/>
                </a:solidFill>
                <a:latin typeface="Menlo" charset="0"/>
                <a:ea typeface="Menlo" charset="0"/>
                <a:cs typeface="Menlo" charset="0"/>
              </a:rPr>
              <a:t>api</a:t>
            </a:r>
            <a:r>
              <a:rPr lang="en-US" sz="1600" dirty="0" smtClean="0">
                <a:solidFill>
                  <a:srgbClr val="8E8E7C"/>
                </a:solidFill>
                <a:latin typeface="Menlo" charset="0"/>
                <a:ea typeface="Menlo" charset="0"/>
                <a:cs typeface="Menlo" charset="0"/>
              </a:rPr>
              <a:t>, if it does, it'll 404 within .NET if it can't be found</a:t>
            </a:r>
            <a:endParaRPr lang="en-US" sz="1600" dirty="0" smtClean="0">
              <a:solidFill>
                <a:srgbClr val="000000"/>
              </a:solidFill>
              <a:latin typeface="Menlo" charset="0"/>
              <a:ea typeface="Menlo" charset="0"/>
              <a:cs typeface="Menlo" charset="0"/>
            </a:endParaRPr>
          </a:p>
          <a:p>
            <a:r>
              <a:rPr lang="en-US" sz="1600" dirty="0" err="1" smtClean="0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app.</a:t>
            </a:r>
            <a:r>
              <a:rPr lang="en-US" sz="1600" dirty="0" err="1" smtClean="0">
                <a:solidFill>
                  <a:srgbClr val="5AA314"/>
                </a:solidFill>
                <a:latin typeface="Menlo" charset="0"/>
                <a:ea typeface="Menlo" charset="0"/>
                <a:cs typeface="Menlo" charset="0"/>
              </a:rPr>
              <a:t>MapWhen</a:t>
            </a:r>
            <a:r>
              <a:rPr lang="en-US" sz="1600" dirty="0" smtClean="0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(x </a:t>
            </a:r>
            <a:r>
              <a:rPr lang="en-US" sz="1600" dirty="0" smtClean="0">
                <a:solidFill>
                  <a:srgbClr val="F4005F"/>
                </a:solidFill>
                <a:latin typeface="Menlo" charset="0"/>
                <a:ea typeface="Menlo" charset="0"/>
                <a:cs typeface="Menlo" charset="0"/>
              </a:rPr>
              <a:t>=&gt;</a:t>
            </a:r>
            <a:r>
              <a:rPr lang="en-US" sz="1600" dirty="0" smtClean="0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1600" dirty="0" smtClean="0">
                <a:solidFill>
                  <a:srgbClr val="F4005F"/>
                </a:solidFill>
                <a:latin typeface="Menlo" charset="0"/>
                <a:ea typeface="Menlo" charset="0"/>
                <a:cs typeface="Menlo" charset="0"/>
              </a:rPr>
              <a:t>!</a:t>
            </a:r>
            <a:r>
              <a:rPr lang="en-US" sz="1600" dirty="0" err="1" smtClean="0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x.Request.Path.Value.</a:t>
            </a:r>
            <a:r>
              <a:rPr lang="en-US" sz="1600" dirty="0" err="1" smtClean="0">
                <a:solidFill>
                  <a:srgbClr val="5AA314"/>
                </a:solidFill>
                <a:latin typeface="Menlo" charset="0"/>
                <a:ea typeface="Menlo" charset="0"/>
                <a:cs typeface="Menlo" charset="0"/>
              </a:rPr>
              <a:t>StartsWith</a:t>
            </a:r>
            <a:r>
              <a:rPr lang="en-US" sz="1600" dirty="0" smtClean="0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(</a:t>
            </a:r>
            <a:r>
              <a:rPr lang="en-US" sz="1600" dirty="0" smtClean="0">
                <a:solidFill>
                  <a:srgbClr val="EC4307"/>
                </a:solidFill>
                <a:latin typeface="Menlo" charset="0"/>
                <a:ea typeface="Menlo" charset="0"/>
                <a:cs typeface="Menlo" charset="0"/>
              </a:rPr>
              <a:t>"/</a:t>
            </a:r>
            <a:r>
              <a:rPr lang="en-US" sz="1600" dirty="0" err="1" smtClean="0">
                <a:solidFill>
                  <a:srgbClr val="EC4307"/>
                </a:solidFill>
                <a:latin typeface="Menlo" charset="0"/>
                <a:ea typeface="Menlo" charset="0"/>
                <a:cs typeface="Menlo" charset="0"/>
              </a:rPr>
              <a:t>api</a:t>
            </a:r>
            <a:r>
              <a:rPr lang="en-US" sz="1600" dirty="0" smtClean="0">
                <a:solidFill>
                  <a:srgbClr val="EC4307"/>
                </a:solidFill>
                <a:latin typeface="Menlo" charset="0"/>
                <a:ea typeface="Menlo" charset="0"/>
                <a:cs typeface="Menlo" charset="0"/>
              </a:rPr>
              <a:t>"</a:t>
            </a:r>
            <a:r>
              <a:rPr lang="en-US" sz="1600" dirty="0" smtClean="0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), builder </a:t>
            </a:r>
            <a:r>
              <a:rPr lang="en-US" sz="1600" dirty="0" smtClean="0">
                <a:solidFill>
                  <a:srgbClr val="F4005F"/>
                </a:solidFill>
                <a:latin typeface="Menlo" charset="0"/>
                <a:ea typeface="Menlo" charset="0"/>
                <a:cs typeface="Menlo" charset="0"/>
              </a:rPr>
              <a:t>=&gt;</a:t>
            </a:r>
            <a:endParaRPr lang="en-US" sz="1600" dirty="0" smtClean="0">
              <a:solidFill>
                <a:srgbClr val="000000"/>
              </a:solidFill>
              <a:latin typeface="Menlo" charset="0"/>
              <a:ea typeface="Menlo" charset="0"/>
              <a:cs typeface="Menlo" charset="0"/>
            </a:endParaRPr>
          </a:p>
          <a:p>
            <a:r>
              <a:rPr lang="en-US" sz="1600" dirty="0" smtClean="0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{</a:t>
            </a:r>
          </a:p>
          <a:p>
            <a:r>
              <a:rPr lang="en-US" sz="1600" dirty="0" smtClean="0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    </a:t>
            </a:r>
            <a:r>
              <a:rPr lang="en-US" sz="1600" dirty="0" err="1" smtClean="0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builder.</a:t>
            </a:r>
            <a:r>
              <a:rPr lang="en-US" sz="1600" dirty="0" err="1" smtClean="0">
                <a:solidFill>
                  <a:srgbClr val="5AA314"/>
                </a:solidFill>
                <a:latin typeface="Menlo" charset="0"/>
                <a:ea typeface="Menlo" charset="0"/>
                <a:cs typeface="Menlo" charset="0"/>
              </a:rPr>
              <a:t>UseMvc</a:t>
            </a:r>
            <a:r>
              <a:rPr lang="en-US" sz="1600" dirty="0" smtClean="0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(routes </a:t>
            </a:r>
            <a:r>
              <a:rPr lang="en-US" sz="1600" dirty="0" smtClean="0">
                <a:solidFill>
                  <a:srgbClr val="F4005F"/>
                </a:solidFill>
                <a:latin typeface="Menlo" charset="0"/>
                <a:ea typeface="Menlo" charset="0"/>
                <a:cs typeface="Menlo" charset="0"/>
              </a:rPr>
              <a:t>=&gt;</a:t>
            </a:r>
            <a:endParaRPr lang="en-US" sz="1600" dirty="0" smtClean="0">
              <a:solidFill>
                <a:srgbClr val="000000"/>
              </a:solidFill>
              <a:latin typeface="Menlo" charset="0"/>
              <a:ea typeface="Menlo" charset="0"/>
              <a:cs typeface="Menlo" charset="0"/>
            </a:endParaRPr>
          </a:p>
          <a:p>
            <a:r>
              <a:rPr lang="mr-IN" sz="1600" dirty="0" smtClean="0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    {</a:t>
            </a:r>
          </a:p>
          <a:p>
            <a:r>
              <a:rPr lang="en-US" sz="1600" dirty="0" smtClean="0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        </a:t>
            </a:r>
            <a:r>
              <a:rPr lang="en-US" sz="1600" dirty="0" err="1" smtClean="0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routes.</a:t>
            </a:r>
            <a:r>
              <a:rPr lang="en-US" sz="1600" dirty="0" err="1" smtClean="0">
                <a:solidFill>
                  <a:srgbClr val="5AA314"/>
                </a:solidFill>
                <a:latin typeface="Menlo" charset="0"/>
                <a:ea typeface="Menlo" charset="0"/>
                <a:cs typeface="Menlo" charset="0"/>
              </a:rPr>
              <a:t>MapSpaFallbackRoute</a:t>
            </a:r>
            <a:r>
              <a:rPr lang="en-US" sz="1600" dirty="0" smtClean="0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(</a:t>
            </a:r>
          </a:p>
          <a:p>
            <a:r>
              <a:rPr lang="mr-IN" sz="1600" dirty="0" smtClean="0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            </a:t>
            </a:r>
            <a:r>
              <a:rPr lang="mr-IN" sz="1600" dirty="0" err="1" smtClean="0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name</a:t>
            </a:r>
            <a:r>
              <a:rPr lang="mr-IN" sz="1600" dirty="0" smtClean="0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: </a:t>
            </a:r>
            <a:r>
              <a:rPr lang="mr-IN" sz="1600" dirty="0" smtClean="0">
                <a:solidFill>
                  <a:srgbClr val="EC4307"/>
                </a:solidFill>
                <a:latin typeface="Menlo" charset="0"/>
                <a:ea typeface="Menlo" charset="0"/>
                <a:cs typeface="Menlo" charset="0"/>
              </a:rPr>
              <a:t>"</a:t>
            </a:r>
            <a:r>
              <a:rPr lang="mr-IN" sz="1600" dirty="0" err="1" smtClean="0">
                <a:solidFill>
                  <a:srgbClr val="EC4307"/>
                </a:solidFill>
                <a:latin typeface="Menlo" charset="0"/>
                <a:ea typeface="Menlo" charset="0"/>
                <a:cs typeface="Menlo" charset="0"/>
              </a:rPr>
              <a:t>spa-fallback</a:t>
            </a:r>
            <a:r>
              <a:rPr lang="mr-IN" sz="1600" dirty="0" smtClean="0">
                <a:solidFill>
                  <a:srgbClr val="EC4307"/>
                </a:solidFill>
                <a:latin typeface="Menlo" charset="0"/>
                <a:ea typeface="Menlo" charset="0"/>
                <a:cs typeface="Menlo" charset="0"/>
              </a:rPr>
              <a:t>"</a:t>
            </a:r>
            <a:r>
              <a:rPr lang="mr-IN" sz="1600" dirty="0" smtClean="0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,</a:t>
            </a:r>
          </a:p>
          <a:p>
            <a:r>
              <a:rPr lang="en-US" sz="1600" dirty="0" smtClean="0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            defaults: </a:t>
            </a:r>
            <a:r>
              <a:rPr lang="en-US" sz="1600" dirty="0" smtClean="0">
                <a:solidFill>
                  <a:srgbClr val="F4005F"/>
                </a:solidFill>
                <a:latin typeface="Menlo" charset="0"/>
                <a:ea typeface="Menlo" charset="0"/>
                <a:cs typeface="Menlo" charset="0"/>
              </a:rPr>
              <a:t>new</a:t>
            </a:r>
            <a:r>
              <a:rPr lang="en-US" sz="1600" dirty="0" smtClean="0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 { controller </a:t>
            </a:r>
            <a:r>
              <a:rPr lang="en-US" sz="1600" dirty="0" smtClean="0">
                <a:solidFill>
                  <a:srgbClr val="F4005F"/>
                </a:solidFill>
                <a:latin typeface="Menlo" charset="0"/>
                <a:ea typeface="Menlo" charset="0"/>
                <a:cs typeface="Menlo" charset="0"/>
              </a:rPr>
              <a:t>=</a:t>
            </a:r>
            <a:r>
              <a:rPr lang="en-US" sz="1600" dirty="0" smtClean="0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1600" dirty="0" smtClean="0">
                <a:solidFill>
                  <a:srgbClr val="EC4307"/>
                </a:solidFill>
                <a:latin typeface="Menlo" charset="0"/>
                <a:ea typeface="Menlo" charset="0"/>
                <a:cs typeface="Menlo" charset="0"/>
              </a:rPr>
              <a:t>"Home"</a:t>
            </a:r>
            <a:r>
              <a:rPr lang="en-US" sz="1600" dirty="0" smtClean="0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, action </a:t>
            </a:r>
            <a:r>
              <a:rPr lang="en-US" sz="1600" dirty="0" smtClean="0">
                <a:solidFill>
                  <a:srgbClr val="F4005F"/>
                </a:solidFill>
                <a:latin typeface="Menlo" charset="0"/>
                <a:ea typeface="Menlo" charset="0"/>
                <a:cs typeface="Menlo" charset="0"/>
              </a:rPr>
              <a:t>=</a:t>
            </a:r>
            <a:r>
              <a:rPr lang="en-US" sz="1600" dirty="0" smtClean="0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1600" dirty="0" smtClean="0">
                <a:solidFill>
                  <a:srgbClr val="EC4307"/>
                </a:solidFill>
                <a:latin typeface="Menlo" charset="0"/>
                <a:ea typeface="Menlo" charset="0"/>
                <a:cs typeface="Menlo" charset="0"/>
              </a:rPr>
              <a:t>"Index"</a:t>
            </a:r>
            <a:r>
              <a:rPr lang="en-US" sz="1600" dirty="0" smtClean="0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 });</a:t>
            </a:r>
          </a:p>
          <a:p>
            <a:r>
              <a:rPr lang="mr-IN" sz="1600" dirty="0" smtClean="0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    });</a:t>
            </a:r>
          </a:p>
          <a:p>
            <a:r>
              <a:rPr lang="mr-IN" sz="1600" dirty="0" smtClean="0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});</a:t>
            </a:r>
          </a:p>
          <a:p>
            <a:endParaRPr lang="en-US" sz="1600" dirty="0">
              <a:latin typeface="Menlo" charset="0"/>
              <a:ea typeface="Menlo" charset="0"/>
              <a:cs typeface="Menl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5088543"/>
      </p:ext>
    </p:extLst>
  </p:cSld>
  <p:clrMapOvr>
    <a:masterClrMapping/>
  </p:clrMapOvr>
  <p:transition>
    <p:fade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EntityFrameworkCore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/>
              <a:t>dotnet</a:t>
            </a:r>
            <a:r>
              <a:rPr lang="en-US" dirty="0"/>
              <a:t> add package </a:t>
            </a:r>
            <a:r>
              <a:rPr lang="en-US" dirty="0" err="1"/>
              <a:t>Microsoft.EntityFrameworkCore.SqlServer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451288"/>
      </p:ext>
    </p:extLst>
  </p:cSld>
  <p:clrMapOvr>
    <a:masterClrMapping/>
  </p:clrMapOvr>
  <p:transition>
    <p:fade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Misc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900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Redux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 smtClean="0"/>
              <a:t>Complex state management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6754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Refactoring to Redux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Autofit/>
          </a:bodyPr>
          <a:lstStyle/>
          <a:p>
            <a:r>
              <a:rPr lang="en-US" sz="1961" i="1" dirty="0">
                <a:solidFill>
                  <a:srgbClr val="27BADD"/>
                </a:solidFill>
                <a:latin typeface="Menlo-Italic" charset="0"/>
              </a:rPr>
              <a:t>class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 Account {</a:t>
            </a:r>
          </a:p>
          <a:p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961" dirty="0" err="1">
                <a:solidFill>
                  <a:srgbClr val="5AA314"/>
                </a:solidFill>
                <a:latin typeface="Menlo-Regular" charset="0"/>
              </a:rPr>
              <a:t>loadAccountInfo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 (</a:t>
            </a:r>
            <a:r>
              <a:rPr lang="en-US" sz="1961" i="1" dirty="0" err="1">
                <a:solidFill>
                  <a:srgbClr val="FA8419"/>
                </a:solidFill>
                <a:latin typeface="Menlo-Italic" charset="0"/>
              </a:rPr>
              <a:t>accountId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) {</a:t>
            </a:r>
          </a:p>
          <a:p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    </a:t>
            </a:r>
            <a:r>
              <a:rPr lang="en-US" sz="1961" dirty="0" err="1">
                <a:solidFill>
                  <a:srgbClr val="000000"/>
                </a:solidFill>
                <a:latin typeface="Menlo-Regular" charset="0"/>
              </a:rPr>
              <a:t>isFetching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961" dirty="0">
                <a:solidFill>
                  <a:srgbClr val="F4005F"/>
                </a:solidFill>
                <a:latin typeface="Menlo-Regular" charset="0"/>
              </a:rPr>
              <a:t>=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961" dirty="0">
                <a:solidFill>
                  <a:srgbClr val="9D65FF"/>
                </a:solidFill>
                <a:latin typeface="Menlo-Regular" charset="0"/>
              </a:rPr>
              <a:t>true</a:t>
            </a:r>
            <a:endParaRPr lang="en-US" sz="1961" dirty="0">
              <a:solidFill>
                <a:srgbClr val="000000"/>
              </a:solidFill>
              <a:latin typeface="Menlo-Regular" charset="0"/>
            </a:endParaRPr>
          </a:p>
          <a:p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    </a:t>
            </a:r>
            <a:r>
              <a:rPr lang="en-US" sz="1961" dirty="0" err="1">
                <a:solidFill>
                  <a:srgbClr val="000000"/>
                </a:solidFill>
                <a:latin typeface="Menlo-Regular" charset="0"/>
              </a:rPr>
              <a:t>axios.</a:t>
            </a:r>
            <a:r>
              <a:rPr lang="en-US" sz="1961" dirty="0" err="1">
                <a:solidFill>
                  <a:srgbClr val="27BADD"/>
                </a:solidFill>
                <a:latin typeface="Menlo-Regular" charset="0"/>
              </a:rPr>
              <a:t>get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(</a:t>
            </a:r>
            <a:r>
              <a:rPr lang="en-US" sz="1961" dirty="0">
                <a:solidFill>
                  <a:srgbClr val="EC4307"/>
                </a:solidFill>
                <a:latin typeface="Menlo-Regular" charset="0"/>
              </a:rPr>
              <a:t>`/</a:t>
            </a:r>
            <a:r>
              <a:rPr lang="en-US" sz="1961" dirty="0" err="1">
                <a:solidFill>
                  <a:srgbClr val="EC4307"/>
                </a:solidFill>
                <a:latin typeface="Menlo-Regular" charset="0"/>
              </a:rPr>
              <a:t>api</a:t>
            </a:r>
            <a:r>
              <a:rPr lang="en-US" sz="1961" dirty="0">
                <a:solidFill>
                  <a:srgbClr val="EC4307"/>
                </a:solidFill>
                <a:latin typeface="Menlo-Regular" charset="0"/>
              </a:rPr>
              <a:t>/accounts/${</a:t>
            </a:r>
            <a:r>
              <a:rPr lang="en-US" sz="1961" dirty="0" err="1">
                <a:solidFill>
                  <a:srgbClr val="EC4307"/>
                </a:solidFill>
                <a:latin typeface="Menlo-Regular" charset="0"/>
              </a:rPr>
              <a:t>window.userState.accountId</a:t>
            </a:r>
            <a:r>
              <a:rPr lang="en-US" sz="1961" dirty="0">
                <a:solidFill>
                  <a:srgbClr val="EC4307"/>
                </a:solidFill>
                <a:latin typeface="Menlo-Regular" charset="0"/>
              </a:rPr>
              <a:t>}`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)</a:t>
            </a:r>
          </a:p>
          <a:p>
            <a:r>
              <a:rPr lang="mr-IN" sz="1961" dirty="0">
                <a:solidFill>
                  <a:srgbClr val="000000"/>
                </a:solidFill>
                <a:latin typeface="Menlo-Regular" charset="0"/>
              </a:rPr>
              <a:t>        .</a:t>
            </a:r>
            <a:r>
              <a:rPr lang="mr-IN" sz="1961" dirty="0" err="1">
                <a:solidFill>
                  <a:srgbClr val="5AA314"/>
                </a:solidFill>
                <a:latin typeface="Menlo-Regular" charset="0"/>
              </a:rPr>
              <a:t>then</a:t>
            </a:r>
            <a:r>
              <a:rPr lang="mr-IN" sz="1961" dirty="0">
                <a:solidFill>
                  <a:srgbClr val="000000"/>
                </a:solidFill>
                <a:latin typeface="Menlo-Regular" charset="0"/>
              </a:rPr>
              <a:t>(</a:t>
            </a:r>
            <a:r>
              <a:rPr lang="mr-IN" sz="1961" i="1" dirty="0" err="1">
                <a:solidFill>
                  <a:srgbClr val="FA8419"/>
                </a:solidFill>
                <a:latin typeface="Menlo-Italic" charset="0"/>
              </a:rPr>
              <a:t>r</a:t>
            </a:r>
            <a:r>
              <a:rPr lang="mr-IN" sz="1961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mr-IN" sz="1961" i="1" dirty="0">
                <a:solidFill>
                  <a:srgbClr val="27BADD"/>
                </a:solidFill>
                <a:latin typeface="Menlo-Italic" charset="0"/>
              </a:rPr>
              <a:t>=&gt;</a:t>
            </a:r>
            <a:r>
              <a:rPr lang="mr-IN" sz="1961" dirty="0">
                <a:solidFill>
                  <a:srgbClr val="000000"/>
                </a:solidFill>
                <a:latin typeface="Menlo-Regular" charset="0"/>
              </a:rPr>
              <a:t> {</a:t>
            </a:r>
          </a:p>
          <a:p>
            <a:r>
              <a:rPr lang="mr-IN" sz="1961" dirty="0">
                <a:solidFill>
                  <a:srgbClr val="000000"/>
                </a:solidFill>
                <a:latin typeface="Menlo-Regular" charset="0"/>
              </a:rPr>
              <a:t>            </a:t>
            </a:r>
            <a:r>
              <a:rPr lang="mr-IN" sz="1961" dirty="0" err="1">
                <a:solidFill>
                  <a:srgbClr val="000000"/>
                </a:solidFill>
                <a:latin typeface="Menlo-Regular" charset="0"/>
              </a:rPr>
              <a:t>isFetching</a:t>
            </a:r>
            <a:r>
              <a:rPr lang="mr-IN" sz="1961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mr-IN" sz="1961" dirty="0">
                <a:solidFill>
                  <a:srgbClr val="F4005F"/>
                </a:solidFill>
                <a:latin typeface="Menlo-Regular" charset="0"/>
              </a:rPr>
              <a:t>=</a:t>
            </a:r>
            <a:r>
              <a:rPr lang="mr-IN" sz="1961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mr-IN" sz="1961" dirty="0" err="1">
                <a:solidFill>
                  <a:srgbClr val="9D65FF"/>
                </a:solidFill>
                <a:latin typeface="Menlo-Regular" charset="0"/>
              </a:rPr>
              <a:t>false</a:t>
            </a:r>
            <a:endParaRPr lang="mr-IN" sz="1961" dirty="0">
              <a:solidFill>
                <a:srgbClr val="000000"/>
              </a:solidFill>
              <a:latin typeface="Menlo-Regular" charset="0"/>
            </a:endParaRPr>
          </a:p>
          <a:p>
            <a:r>
              <a:rPr lang="mr-IN" sz="1961" dirty="0">
                <a:solidFill>
                  <a:srgbClr val="000000"/>
                </a:solidFill>
                <a:latin typeface="Menlo-Regular" charset="0"/>
              </a:rPr>
              <a:t>            </a:t>
            </a:r>
            <a:r>
              <a:rPr lang="mr-IN" sz="1961" dirty="0" err="1">
                <a:solidFill>
                  <a:srgbClr val="000000"/>
                </a:solidFill>
                <a:latin typeface="Menlo-Regular" charset="0"/>
              </a:rPr>
              <a:t>data</a:t>
            </a:r>
            <a:r>
              <a:rPr lang="mr-IN" sz="1961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mr-IN" sz="1961" dirty="0">
                <a:solidFill>
                  <a:srgbClr val="F4005F"/>
                </a:solidFill>
                <a:latin typeface="Menlo-Regular" charset="0"/>
              </a:rPr>
              <a:t>=</a:t>
            </a:r>
            <a:r>
              <a:rPr lang="mr-IN" sz="1961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mr-IN" sz="1961" dirty="0" err="1">
                <a:solidFill>
                  <a:srgbClr val="000000"/>
                </a:solidFill>
                <a:latin typeface="Menlo-Regular" charset="0"/>
              </a:rPr>
              <a:t>r.data</a:t>
            </a:r>
            <a:endParaRPr lang="mr-IN" sz="1961" dirty="0">
              <a:solidFill>
                <a:srgbClr val="000000"/>
              </a:solidFill>
              <a:latin typeface="Menlo-Regular" charset="0"/>
            </a:endParaRPr>
          </a:p>
          <a:p>
            <a:r>
              <a:rPr lang="mr-IN" sz="1961" dirty="0">
                <a:solidFill>
                  <a:srgbClr val="000000"/>
                </a:solidFill>
                <a:latin typeface="Menlo-Regular" charset="0"/>
              </a:rPr>
              <a:t>        })</a:t>
            </a:r>
          </a:p>
          <a:p>
            <a:r>
              <a:rPr lang="mr-IN" sz="1961" dirty="0">
                <a:solidFill>
                  <a:srgbClr val="000000"/>
                </a:solidFill>
                <a:latin typeface="Menlo-Regular" charset="0"/>
              </a:rPr>
              <a:t>        .</a:t>
            </a:r>
            <a:r>
              <a:rPr lang="mr-IN" sz="1961" dirty="0" err="1">
                <a:solidFill>
                  <a:srgbClr val="5AA314"/>
                </a:solidFill>
                <a:latin typeface="Menlo-Regular" charset="0"/>
              </a:rPr>
              <a:t>catch</a:t>
            </a:r>
            <a:r>
              <a:rPr lang="mr-IN" sz="1961" dirty="0">
                <a:solidFill>
                  <a:srgbClr val="000000"/>
                </a:solidFill>
                <a:latin typeface="Menlo-Regular" charset="0"/>
              </a:rPr>
              <a:t>(</a:t>
            </a:r>
            <a:r>
              <a:rPr lang="mr-IN" sz="1961" i="1" dirty="0" err="1">
                <a:solidFill>
                  <a:srgbClr val="FA8419"/>
                </a:solidFill>
                <a:latin typeface="Menlo-Italic" charset="0"/>
              </a:rPr>
              <a:t>e</a:t>
            </a:r>
            <a:r>
              <a:rPr lang="mr-IN" sz="1961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mr-IN" sz="1961" i="1" dirty="0">
                <a:solidFill>
                  <a:srgbClr val="27BADD"/>
                </a:solidFill>
                <a:latin typeface="Menlo-Italic" charset="0"/>
              </a:rPr>
              <a:t>=&gt;</a:t>
            </a:r>
            <a:r>
              <a:rPr lang="mr-IN" sz="1961" dirty="0">
                <a:solidFill>
                  <a:srgbClr val="000000"/>
                </a:solidFill>
                <a:latin typeface="Menlo-Regular" charset="0"/>
              </a:rPr>
              <a:t> {</a:t>
            </a:r>
          </a:p>
          <a:p>
            <a:r>
              <a:rPr lang="mr-IN" sz="1961" dirty="0">
                <a:solidFill>
                  <a:srgbClr val="000000"/>
                </a:solidFill>
                <a:latin typeface="Menlo-Regular" charset="0"/>
              </a:rPr>
              <a:t>            </a:t>
            </a:r>
            <a:r>
              <a:rPr lang="mr-IN" sz="1961" dirty="0" err="1">
                <a:solidFill>
                  <a:srgbClr val="000000"/>
                </a:solidFill>
                <a:latin typeface="Menlo-Regular" charset="0"/>
              </a:rPr>
              <a:t>isFetching</a:t>
            </a:r>
            <a:r>
              <a:rPr lang="mr-IN" sz="1961" dirty="0">
                <a:solidFill>
                  <a:srgbClr val="000000"/>
                </a:solidFill>
                <a:latin typeface="Menlo-Regular" charset="0"/>
              </a:rPr>
              <a:t>: </a:t>
            </a:r>
            <a:r>
              <a:rPr lang="mr-IN" sz="1961" dirty="0" err="1">
                <a:solidFill>
                  <a:srgbClr val="9D65FF"/>
                </a:solidFill>
                <a:latin typeface="Menlo-Regular" charset="0"/>
              </a:rPr>
              <a:t>false</a:t>
            </a:r>
            <a:endParaRPr lang="mr-IN" sz="1961" dirty="0">
              <a:solidFill>
                <a:srgbClr val="000000"/>
              </a:solidFill>
              <a:latin typeface="Menlo-Regular" charset="0"/>
            </a:endParaRPr>
          </a:p>
          <a:p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           </a:t>
            </a:r>
            <a:r>
              <a:rPr lang="en-US" sz="1961" dirty="0">
                <a:solidFill>
                  <a:srgbClr val="5AA314"/>
                </a:solidFill>
                <a:latin typeface="Menlo-Regular" charset="0"/>
              </a:rPr>
              <a:t>alert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(</a:t>
            </a:r>
            <a:r>
              <a:rPr lang="en-US" sz="1961" dirty="0">
                <a:solidFill>
                  <a:srgbClr val="EC4307"/>
                </a:solidFill>
                <a:latin typeface="Menlo-Regular" charset="0"/>
              </a:rPr>
              <a:t>'Error fetching account details'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)</a:t>
            </a:r>
          </a:p>
          <a:p>
            <a:r>
              <a:rPr lang="mr-IN" sz="1961" dirty="0">
                <a:solidFill>
                  <a:srgbClr val="000000"/>
                </a:solidFill>
                <a:latin typeface="Menlo-Regular" charset="0"/>
              </a:rPr>
              <a:t>        })</a:t>
            </a:r>
          </a:p>
          <a:p>
            <a:r>
              <a:rPr lang="mr-IN" sz="1961" dirty="0">
                <a:solidFill>
                  <a:srgbClr val="000000"/>
                </a:solidFill>
                <a:latin typeface="Menlo-Regular" charset="0"/>
              </a:rPr>
              <a:t>    }</a:t>
            </a:r>
          </a:p>
          <a:p>
            <a:r>
              <a:rPr lang="mr-IN" sz="1961" dirty="0">
                <a:solidFill>
                  <a:srgbClr val="000000"/>
                </a:solidFill>
                <a:latin typeface="Menlo-Regular" charset="0"/>
              </a:rPr>
              <a:t>}</a:t>
            </a:r>
          </a:p>
          <a:p>
            <a:endParaRPr lang="mr-IN" sz="1961" dirty="0">
              <a:solidFill>
                <a:srgbClr val="000000"/>
              </a:solidFill>
              <a:latin typeface="Menlo-Regular" charset="0"/>
            </a:endParaRPr>
          </a:p>
          <a:p>
            <a:endParaRPr lang="mr-IN" sz="1961" dirty="0">
              <a:solidFill>
                <a:srgbClr val="000000"/>
              </a:solidFill>
              <a:latin typeface="Menlo-Regular" charset="0"/>
            </a:endParaRPr>
          </a:p>
          <a:p>
            <a:endParaRPr lang="en-US" sz="1961" dirty="0">
              <a:latin typeface="Consolas" charset="0"/>
              <a:ea typeface="Consolas" charset="0"/>
              <a:cs typeface="Consola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01312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Refactoring to Redux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Autofit/>
          </a:bodyPr>
          <a:lstStyle/>
          <a:p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961" dirty="0" err="1">
                <a:solidFill>
                  <a:srgbClr val="5AA314"/>
                </a:solidFill>
                <a:latin typeface="Menlo-Regular" charset="0"/>
              </a:rPr>
              <a:t>loadAccountInfo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961" dirty="0">
                <a:solidFill>
                  <a:srgbClr val="F4005F"/>
                </a:solidFill>
                <a:latin typeface="Menlo-Regular" charset="0"/>
              </a:rPr>
              <a:t>=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 (</a:t>
            </a:r>
            <a:r>
              <a:rPr lang="en-US" sz="1961" i="1" dirty="0" err="1">
                <a:solidFill>
                  <a:srgbClr val="FA8419"/>
                </a:solidFill>
                <a:latin typeface="Menlo-Italic" charset="0"/>
              </a:rPr>
              <a:t>accountId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) </a:t>
            </a:r>
            <a:r>
              <a:rPr lang="en-US" sz="1961" i="1" dirty="0">
                <a:solidFill>
                  <a:srgbClr val="27BADD"/>
                </a:solidFill>
                <a:latin typeface="Menlo-Italic" charset="0"/>
              </a:rPr>
              <a:t>=&gt;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 {</a:t>
            </a:r>
          </a:p>
          <a:p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    </a:t>
            </a:r>
            <a:r>
              <a:rPr lang="en-US" sz="1961" dirty="0" err="1">
                <a:solidFill>
                  <a:srgbClr val="000000"/>
                </a:solidFill>
                <a:latin typeface="Menlo-Regular" charset="0"/>
              </a:rPr>
              <a:t>this.</a:t>
            </a:r>
            <a:r>
              <a:rPr lang="en-US" sz="1961" dirty="0" err="1">
                <a:solidFill>
                  <a:srgbClr val="5AA314"/>
                </a:solidFill>
                <a:latin typeface="Menlo-Regular" charset="0"/>
              </a:rPr>
              <a:t>setState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({ </a:t>
            </a:r>
            <a:r>
              <a:rPr lang="en-US" sz="1961" dirty="0" err="1">
                <a:solidFill>
                  <a:srgbClr val="000000"/>
                </a:solidFill>
                <a:latin typeface="Menlo-Regular" charset="0"/>
              </a:rPr>
              <a:t>isFetching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: </a:t>
            </a:r>
            <a:r>
              <a:rPr lang="en-US" sz="1961" dirty="0">
                <a:solidFill>
                  <a:srgbClr val="9D65FF"/>
                </a:solidFill>
                <a:latin typeface="Menlo-Regular" charset="0"/>
              </a:rPr>
              <a:t>true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 });</a:t>
            </a:r>
          </a:p>
          <a:p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    </a:t>
            </a:r>
            <a:r>
              <a:rPr lang="en-US" sz="1961" dirty="0" err="1">
                <a:solidFill>
                  <a:srgbClr val="000000"/>
                </a:solidFill>
                <a:latin typeface="Menlo-Regular" charset="0"/>
              </a:rPr>
              <a:t>axios.</a:t>
            </a:r>
            <a:r>
              <a:rPr lang="en-US" sz="1961" dirty="0" err="1">
                <a:solidFill>
                  <a:srgbClr val="27BADD"/>
                </a:solidFill>
                <a:latin typeface="Menlo-Regular" charset="0"/>
              </a:rPr>
              <a:t>get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(</a:t>
            </a:r>
            <a:r>
              <a:rPr lang="en-US" sz="1961" dirty="0">
                <a:solidFill>
                  <a:srgbClr val="EC4307"/>
                </a:solidFill>
                <a:latin typeface="Menlo-Regular" charset="0"/>
              </a:rPr>
              <a:t>`/</a:t>
            </a:r>
            <a:r>
              <a:rPr lang="en-US" sz="1961" dirty="0" err="1">
                <a:solidFill>
                  <a:srgbClr val="EC4307"/>
                </a:solidFill>
                <a:latin typeface="Menlo-Regular" charset="0"/>
              </a:rPr>
              <a:t>api</a:t>
            </a:r>
            <a:r>
              <a:rPr lang="en-US" sz="1961" dirty="0">
                <a:solidFill>
                  <a:srgbClr val="EC4307"/>
                </a:solidFill>
                <a:latin typeface="Menlo-Regular" charset="0"/>
              </a:rPr>
              <a:t>/accounts/${</a:t>
            </a:r>
            <a:r>
              <a:rPr lang="en-US" sz="1961" dirty="0" err="1">
                <a:solidFill>
                  <a:srgbClr val="EC4307"/>
                </a:solidFill>
                <a:latin typeface="Menlo-Regular" charset="0"/>
              </a:rPr>
              <a:t>accountId</a:t>
            </a:r>
            <a:r>
              <a:rPr lang="en-US" sz="1961" dirty="0">
                <a:solidFill>
                  <a:srgbClr val="EC4307"/>
                </a:solidFill>
                <a:latin typeface="Menlo-Regular" charset="0"/>
              </a:rPr>
              <a:t>}`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)</a:t>
            </a:r>
          </a:p>
          <a:p>
            <a:r>
              <a:rPr lang="mr-IN" sz="1961" dirty="0">
                <a:solidFill>
                  <a:srgbClr val="000000"/>
                </a:solidFill>
                <a:latin typeface="Menlo-Regular" charset="0"/>
              </a:rPr>
              <a:t>        .</a:t>
            </a:r>
            <a:r>
              <a:rPr lang="mr-IN" sz="1961" dirty="0" err="1">
                <a:solidFill>
                  <a:srgbClr val="5AA314"/>
                </a:solidFill>
                <a:latin typeface="Menlo-Regular" charset="0"/>
              </a:rPr>
              <a:t>then</a:t>
            </a:r>
            <a:r>
              <a:rPr lang="mr-IN" sz="1961" dirty="0">
                <a:solidFill>
                  <a:srgbClr val="000000"/>
                </a:solidFill>
                <a:latin typeface="Menlo-Regular" charset="0"/>
              </a:rPr>
              <a:t>(</a:t>
            </a:r>
            <a:r>
              <a:rPr lang="mr-IN" sz="1961" i="1" dirty="0" err="1">
                <a:solidFill>
                  <a:srgbClr val="FA8419"/>
                </a:solidFill>
                <a:latin typeface="Menlo-Italic" charset="0"/>
              </a:rPr>
              <a:t>r</a:t>
            </a:r>
            <a:r>
              <a:rPr lang="mr-IN" sz="1961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mr-IN" sz="1961" i="1" dirty="0">
                <a:solidFill>
                  <a:srgbClr val="27BADD"/>
                </a:solidFill>
                <a:latin typeface="Menlo-Italic" charset="0"/>
              </a:rPr>
              <a:t>=&gt;</a:t>
            </a:r>
            <a:r>
              <a:rPr lang="mr-IN" sz="1961" dirty="0">
                <a:solidFill>
                  <a:srgbClr val="000000"/>
                </a:solidFill>
                <a:latin typeface="Menlo-Regular" charset="0"/>
              </a:rPr>
              <a:t> {</a:t>
            </a:r>
          </a:p>
          <a:p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            </a:t>
            </a:r>
            <a:r>
              <a:rPr lang="en-US" sz="1961" dirty="0" err="1">
                <a:solidFill>
                  <a:srgbClr val="000000"/>
                </a:solidFill>
                <a:latin typeface="Menlo-Regular" charset="0"/>
              </a:rPr>
              <a:t>this.</a:t>
            </a:r>
            <a:r>
              <a:rPr lang="en-US" sz="1961" dirty="0" err="1">
                <a:solidFill>
                  <a:srgbClr val="5AA314"/>
                </a:solidFill>
                <a:latin typeface="Menlo-Regular" charset="0"/>
              </a:rPr>
              <a:t>setState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({ </a:t>
            </a:r>
            <a:r>
              <a:rPr lang="en-US" sz="1961" dirty="0" err="1">
                <a:solidFill>
                  <a:srgbClr val="000000"/>
                </a:solidFill>
                <a:latin typeface="Menlo-Regular" charset="0"/>
              </a:rPr>
              <a:t>isFetching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: </a:t>
            </a:r>
            <a:r>
              <a:rPr lang="en-US" sz="1961" dirty="0">
                <a:solidFill>
                  <a:srgbClr val="9D65FF"/>
                </a:solidFill>
                <a:latin typeface="Menlo-Regular" charset="0"/>
              </a:rPr>
              <a:t>false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 })</a:t>
            </a:r>
          </a:p>
          <a:p>
            <a:r>
              <a:rPr lang="mr-IN" sz="1961" dirty="0">
                <a:solidFill>
                  <a:srgbClr val="000000"/>
                </a:solidFill>
                <a:latin typeface="Menlo-Regular" charset="0"/>
              </a:rPr>
              <a:t>             </a:t>
            </a:r>
            <a:r>
              <a:rPr lang="mr-IN" sz="1961" dirty="0" err="1">
                <a:solidFill>
                  <a:srgbClr val="000000"/>
                </a:solidFill>
                <a:latin typeface="Menlo-Regular" charset="0"/>
              </a:rPr>
              <a:t>this.</a:t>
            </a:r>
            <a:r>
              <a:rPr lang="mr-IN" sz="1961" dirty="0" err="1">
                <a:solidFill>
                  <a:srgbClr val="5AA314"/>
                </a:solidFill>
                <a:latin typeface="Menlo-Regular" charset="0"/>
              </a:rPr>
              <a:t>setState</a:t>
            </a:r>
            <a:r>
              <a:rPr lang="mr-IN" sz="1961" dirty="0">
                <a:solidFill>
                  <a:srgbClr val="000000"/>
                </a:solidFill>
                <a:latin typeface="Menlo-Regular" charset="0"/>
              </a:rPr>
              <a:t>(</a:t>
            </a:r>
            <a:r>
              <a:rPr lang="mr-IN" sz="1961" dirty="0" err="1">
                <a:solidFill>
                  <a:srgbClr val="000000"/>
                </a:solidFill>
                <a:latin typeface="Menlo-Regular" charset="0"/>
              </a:rPr>
              <a:t>r.data</a:t>
            </a:r>
            <a:r>
              <a:rPr lang="mr-IN" sz="1961" dirty="0">
                <a:solidFill>
                  <a:srgbClr val="000000"/>
                </a:solidFill>
                <a:latin typeface="Menlo-Regular" charset="0"/>
              </a:rPr>
              <a:t>)</a:t>
            </a:r>
          </a:p>
          <a:p>
            <a:r>
              <a:rPr lang="mr-IN" sz="1961" dirty="0">
                <a:solidFill>
                  <a:srgbClr val="000000"/>
                </a:solidFill>
                <a:latin typeface="Menlo-Regular" charset="0"/>
              </a:rPr>
              <a:t>        })</a:t>
            </a:r>
          </a:p>
          <a:p>
            <a:r>
              <a:rPr lang="mr-IN" sz="1961" dirty="0">
                <a:solidFill>
                  <a:srgbClr val="000000"/>
                </a:solidFill>
                <a:latin typeface="Menlo-Regular" charset="0"/>
              </a:rPr>
              <a:t>        .</a:t>
            </a:r>
            <a:r>
              <a:rPr lang="mr-IN" sz="1961" dirty="0" err="1">
                <a:solidFill>
                  <a:srgbClr val="5AA314"/>
                </a:solidFill>
                <a:latin typeface="Menlo-Regular" charset="0"/>
              </a:rPr>
              <a:t>catch</a:t>
            </a:r>
            <a:r>
              <a:rPr lang="mr-IN" sz="1961" dirty="0">
                <a:solidFill>
                  <a:srgbClr val="000000"/>
                </a:solidFill>
                <a:latin typeface="Menlo-Regular" charset="0"/>
              </a:rPr>
              <a:t>(</a:t>
            </a:r>
            <a:r>
              <a:rPr lang="mr-IN" sz="1961" i="1" dirty="0" err="1">
                <a:solidFill>
                  <a:srgbClr val="FA8419"/>
                </a:solidFill>
                <a:latin typeface="Menlo-Italic" charset="0"/>
              </a:rPr>
              <a:t>e</a:t>
            </a:r>
            <a:r>
              <a:rPr lang="mr-IN" sz="1961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mr-IN" sz="1961" i="1" dirty="0">
                <a:solidFill>
                  <a:srgbClr val="27BADD"/>
                </a:solidFill>
                <a:latin typeface="Menlo-Italic" charset="0"/>
              </a:rPr>
              <a:t>=&gt;</a:t>
            </a:r>
            <a:r>
              <a:rPr lang="mr-IN" sz="1961" dirty="0">
                <a:solidFill>
                  <a:srgbClr val="000000"/>
                </a:solidFill>
                <a:latin typeface="Menlo-Regular" charset="0"/>
              </a:rPr>
              <a:t> {</a:t>
            </a:r>
          </a:p>
          <a:p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            </a:t>
            </a:r>
            <a:r>
              <a:rPr lang="en-US" sz="1961" dirty="0" err="1">
                <a:solidFill>
                  <a:srgbClr val="000000"/>
                </a:solidFill>
                <a:latin typeface="Menlo-Regular" charset="0"/>
              </a:rPr>
              <a:t>this.</a:t>
            </a:r>
            <a:r>
              <a:rPr lang="en-US" sz="1961" dirty="0" err="1">
                <a:solidFill>
                  <a:srgbClr val="5AA314"/>
                </a:solidFill>
                <a:latin typeface="Menlo-Regular" charset="0"/>
              </a:rPr>
              <a:t>setState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({ </a:t>
            </a:r>
            <a:r>
              <a:rPr lang="en-US" sz="1961" dirty="0" err="1">
                <a:solidFill>
                  <a:srgbClr val="000000"/>
                </a:solidFill>
                <a:latin typeface="Menlo-Regular" charset="0"/>
              </a:rPr>
              <a:t>isFetching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: </a:t>
            </a:r>
            <a:r>
              <a:rPr lang="en-US" sz="1961" dirty="0">
                <a:solidFill>
                  <a:srgbClr val="9D65FF"/>
                </a:solidFill>
                <a:latin typeface="Menlo-Regular" charset="0"/>
              </a:rPr>
              <a:t>false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 })</a:t>
            </a:r>
          </a:p>
          <a:p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            </a:t>
            </a:r>
            <a:r>
              <a:rPr lang="en-US" sz="1961" dirty="0">
                <a:solidFill>
                  <a:srgbClr val="5AA314"/>
                </a:solidFill>
                <a:latin typeface="Menlo-Regular" charset="0"/>
              </a:rPr>
              <a:t>alert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(</a:t>
            </a:r>
            <a:r>
              <a:rPr lang="en-US" sz="1961" dirty="0">
                <a:solidFill>
                  <a:srgbClr val="EC4307"/>
                </a:solidFill>
                <a:latin typeface="Menlo-Regular" charset="0"/>
              </a:rPr>
              <a:t>'Error fetching account details'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));</a:t>
            </a:r>
          </a:p>
          <a:p>
            <a:r>
              <a:rPr lang="mr-IN" sz="1961" dirty="0">
                <a:solidFill>
                  <a:srgbClr val="000000"/>
                </a:solidFill>
                <a:latin typeface="Menlo-Regular" charset="0"/>
              </a:rPr>
              <a:t>        })</a:t>
            </a:r>
          </a:p>
          <a:p>
            <a:r>
              <a:rPr lang="mr-IN" sz="1961" dirty="0">
                <a:solidFill>
                  <a:srgbClr val="000000"/>
                </a:solidFill>
                <a:latin typeface="Menlo-Regular" charset="0"/>
              </a:rPr>
              <a:t>  }</a:t>
            </a:r>
          </a:p>
          <a:p>
            <a:endParaRPr lang="mr-IN" sz="1961" dirty="0">
              <a:solidFill>
                <a:srgbClr val="000000"/>
              </a:solidFill>
              <a:latin typeface="Menlo-Regular" charset="0"/>
            </a:endParaRPr>
          </a:p>
          <a:p>
            <a:endParaRPr lang="mr-IN" sz="1961" dirty="0">
              <a:solidFill>
                <a:srgbClr val="000000"/>
              </a:solidFill>
              <a:latin typeface="Menlo-Regular" charset="0"/>
            </a:endParaRPr>
          </a:p>
          <a:p>
            <a:endParaRPr lang="mr-IN" sz="1961" dirty="0">
              <a:solidFill>
                <a:srgbClr val="000000"/>
              </a:solidFill>
              <a:latin typeface="Consolas" charset="0"/>
            </a:endParaRPr>
          </a:p>
          <a:p>
            <a:endParaRPr lang="en-US" sz="1961" dirty="0">
              <a:latin typeface="Consolas" charset="0"/>
              <a:ea typeface="Consolas" charset="0"/>
              <a:cs typeface="Consola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975403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Refactoring to Redux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Autofit/>
          </a:bodyPr>
          <a:lstStyle/>
          <a:p>
            <a:r>
              <a:rPr lang="en-US" sz="1961" dirty="0">
                <a:solidFill>
                  <a:schemeClr val="bg2"/>
                </a:solidFill>
                <a:latin typeface="Menlo-Regular" charset="0"/>
              </a:rPr>
              <a:t> </a:t>
            </a:r>
            <a:r>
              <a:rPr lang="en-US" sz="1961" dirty="0" err="1">
                <a:solidFill>
                  <a:schemeClr val="bg2"/>
                </a:solidFill>
                <a:latin typeface="Menlo-Regular" charset="0"/>
              </a:rPr>
              <a:t>loadAccountInfo</a:t>
            </a:r>
            <a:r>
              <a:rPr lang="en-US" sz="1961" dirty="0">
                <a:solidFill>
                  <a:schemeClr val="bg2"/>
                </a:solidFill>
                <a:latin typeface="Menlo-Regular" charset="0"/>
              </a:rPr>
              <a:t> = (</a:t>
            </a:r>
            <a:r>
              <a:rPr lang="en-US" sz="1961" i="1" dirty="0" err="1">
                <a:solidFill>
                  <a:schemeClr val="bg2"/>
                </a:solidFill>
                <a:latin typeface="Menlo-Italic" charset="0"/>
              </a:rPr>
              <a:t>accountId</a:t>
            </a:r>
            <a:r>
              <a:rPr lang="en-US" sz="1961" dirty="0">
                <a:solidFill>
                  <a:schemeClr val="bg2"/>
                </a:solidFill>
                <a:latin typeface="Menlo-Regular" charset="0"/>
              </a:rPr>
              <a:t>) </a:t>
            </a:r>
            <a:r>
              <a:rPr lang="en-US" sz="1961" i="1" dirty="0">
                <a:solidFill>
                  <a:schemeClr val="bg2"/>
                </a:solidFill>
                <a:latin typeface="Menlo-Italic" charset="0"/>
              </a:rPr>
              <a:t>=&gt;</a:t>
            </a:r>
            <a:r>
              <a:rPr lang="en-US" sz="1961" dirty="0">
                <a:solidFill>
                  <a:schemeClr val="bg2"/>
                </a:solidFill>
                <a:latin typeface="Menlo-Regular" charset="0"/>
              </a:rPr>
              <a:t> {</a:t>
            </a:r>
          </a:p>
          <a:p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    </a:t>
            </a:r>
            <a:r>
              <a:rPr lang="en-US" sz="1961" dirty="0" err="1">
                <a:solidFill>
                  <a:srgbClr val="000000"/>
                </a:solidFill>
                <a:latin typeface="Menlo-Regular" charset="0"/>
              </a:rPr>
              <a:t>this.</a:t>
            </a:r>
            <a:r>
              <a:rPr lang="en-US" sz="1961" dirty="0" err="1">
                <a:solidFill>
                  <a:srgbClr val="5AA314"/>
                </a:solidFill>
                <a:latin typeface="Menlo-Regular" charset="0"/>
              </a:rPr>
              <a:t>setState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({ </a:t>
            </a:r>
            <a:r>
              <a:rPr lang="en-US" sz="1961" dirty="0" err="1">
                <a:solidFill>
                  <a:srgbClr val="000000"/>
                </a:solidFill>
                <a:latin typeface="Menlo-Regular" charset="0"/>
              </a:rPr>
              <a:t>isFetching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: </a:t>
            </a:r>
            <a:r>
              <a:rPr lang="en-US" sz="1961" dirty="0">
                <a:solidFill>
                  <a:srgbClr val="9D65FF"/>
                </a:solidFill>
                <a:latin typeface="Menlo-Regular" charset="0"/>
              </a:rPr>
              <a:t>true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 });</a:t>
            </a:r>
          </a:p>
          <a:p>
            <a:r>
              <a:rPr lang="en-US" sz="1961" dirty="0">
                <a:solidFill>
                  <a:schemeClr val="bg2"/>
                </a:solidFill>
                <a:latin typeface="Menlo-Regular" charset="0"/>
              </a:rPr>
              <a:t>    </a:t>
            </a:r>
            <a:r>
              <a:rPr lang="en-US" sz="1961" dirty="0" err="1">
                <a:solidFill>
                  <a:schemeClr val="bg2"/>
                </a:solidFill>
                <a:latin typeface="Menlo-Regular" charset="0"/>
              </a:rPr>
              <a:t>axios.get</a:t>
            </a:r>
            <a:r>
              <a:rPr lang="en-US" sz="1961" dirty="0">
                <a:solidFill>
                  <a:schemeClr val="bg2"/>
                </a:solidFill>
                <a:latin typeface="Menlo-Regular" charset="0"/>
              </a:rPr>
              <a:t>(`/</a:t>
            </a:r>
            <a:r>
              <a:rPr lang="en-US" sz="1961" dirty="0" err="1">
                <a:solidFill>
                  <a:schemeClr val="bg2"/>
                </a:solidFill>
                <a:latin typeface="Menlo-Regular" charset="0"/>
              </a:rPr>
              <a:t>api</a:t>
            </a:r>
            <a:r>
              <a:rPr lang="en-US" sz="1961" dirty="0">
                <a:solidFill>
                  <a:schemeClr val="bg2"/>
                </a:solidFill>
                <a:latin typeface="Menlo-Regular" charset="0"/>
              </a:rPr>
              <a:t>/accounts/${</a:t>
            </a:r>
            <a:r>
              <a:rPr lang="en-US" sz="1961" dirty="0" err="1">
                <a:solidFill>
                  <a:schemeClr val="bg2"/>
                </a:solidFill>
                <a:latin typeface="Menlo-Regular" charset="0"/>
              </a:rPr>
              <a:t>accountId</a:t>
            </a:r>
            <a:r>
              <a:rPr lang="en-US" sz="1961" dirty="0">
                <a:solidFill>
                  <a:schemeClr val="bg2"/>
                </a:solidFill>
                <a:latin typeface="Menlo-Regular" charset="0"/>
              </a:rPr>
              <a:t>}`)</a:t>
            </a:r>
          </a:p>
          <a:p>
            <a:r>
              <a:rPr lang="mr-IN" sz="1961" dirty="0">
                <a:solidFill>
                  <a:schemeClr val="bg2"/>
                </a:solidFill>
                <a:latin typeface="Menlo-Regular" charset="0"/>
              </a:rPr>
              <a:t>        .</a:t>
            </a:r>
            <a:r>
              <a:rPr lang="mr-IN" sz="1961" dirty="0" err="1">
                <a:solidFill>
                  <a:schemeClr val="bg2"/>
                </a:solidFill>
                <a:latin typeface="Menlo-Regular" charset="0"/>
              </a:rPr>
              <a:t>then</a:t>
            </a:r>
            <a:r>
              <a:rPr lang="mr-IN" sz="1961" dirty="0">
                <a:solidFill>
                  <a:schemeClr val="bg2"/>
                </a:solidFill>
                <a:latin typeface="Menlo-Regular" charset="0"/>
              </a:rPr>
              <a:t>(</a:t>
            </a:r>
            <a:r>
              <a:rPr lang="mr-IN" sz="1961" i="1" dirty="0" err="1">
                <a:solidFill>
                  <a:schemeClr val="bg2"/>
                </a:solidFill>
                <a:latin typeface="Menlo-Italic" charset="0"/>
              </a:rPr>
              <a:t>r</a:t>
            </a:r>
            <a:r>
              <a:rPr lang="mr-IN" sz="1961" dirty="0">
                <a:solidFill>
                  <a:schemeClr val="bg2"/>
                </a:solidFill>
                <a:latin typeface="Menlo-Regular" charset="0"/>
              </a:rPr>
              <a:t> </a:t>
            </a:r>
            <a:r>
              <a:rPr lang="mr-IN" sz="1961" i="1" dirty="0">
                <a:solidFill>
                  <a:schemeClr val="bg2"/>
                </a:solidFill>
                <a:latin typeface="Menlo-Italic" charset="0"/>
              </a:rPr>
              <a:t>=&gt;</a:t>
            </a:r>
            <a:r>
              <a:rPr lang="mr-IN" sz="1961" dirty="0">
                <a:solidFill>
                  <a:schemeClr val="bg2"/>
                </a:solidFill>
                <a:latin typeface="Menlo-Regular" charset="0"/>
              </a:rPr>
              <a:t> {</a:t>
            </a:r>
          </a:p>
          <a:p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            </a:t>
            </a:r>
            <a:r>
              <a:rPr lang="en-US" sz="1961" dirty="0" err="1">
                <a:solidFill>
                  <a:srgbClr val="000000"/>
                </a:solidFill>
                <a:latin typeface="Menlo-Regular" charset="0"/>
              </a:rPr>
              <a:t>this.</a:t>
            </a:r>
            <a:r>
              <a:rPr lang="en-US" sz="1961" dirty="0" err="1">
                <a:solidFill>
                  <a:srgbClr val="5AA314"/>
                </a:solidFill>
                <a:latin typeface="Menlo-Regular" charset="0"/>
              </a:rPr>
              <a:t>setState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({ </a:t>
            </a:r>
            <a:r>
              <a:rPr lang="en-US" sz="1961" dirty="0" err="1">
                <a:solidFill>
                  <a:srgbClr val="000000"/>
                </a:solidFill>
                <a:latin typeface="Menlo-Regular" charset="0"/>
              </a:rPr>
              <a:t>isFetching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: </a:t>
            </a:r>
            <a:r>
              <a:rPr lang="en-US" sz="1961" dirty="0">
                <a:solidFill>
                  <a:srgbClr val="9D65FF"/>
                </a:solidFill>
                <a:latin typeface="Menlo-Regular" charset="0"/>
              </a:rPr>
              <a:t>false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 })</a:t>
            </a:r>
          </a:p>
          <a:p>
            <a:r>
              <a:rPr lang="mr-IN" sz="1961" dirty="0">
                <a:solidFill>
                  <a:srgbClr val="000000"/>
                </a:solidFill>
                <a:latin typeface="Menlo-Regular" charset="0"/>
              </a:rPr>
              <a:t>             </a:t>
            </a:r>
            <a:r>
              <a:rPr lang="mr-IN" sz="1961" dirty="0" err="1">
                <a:solidFill>
                  <a:srgbClr val="000000"/>
                </a:solidFill>
                <a:latin typeface="Menlo-Regular" charset="0"/>
              </a:rPr>
              <a:t>this.</a:t>
            </a:r>
            <a:r>
              <a:rPr lang="mr-IN" sz="1961" dirty="0" err="1">
                <a:solidFill>
                  <a:srgbClr val="5AA314"/>
                </a:solidFill>
                <a:latin typeface="Menlo-Regular" charset="0"/>
              </a:rPr>
              <a:t>setState</a:t>
            </a:r>
            <a:r>
              <a:rPr lang="mr-IN" sz="1961" dirty="0">
                <a:solidFill>
                  <a:srgbClr val="000000"/>
                </a:solidFill>
                <a:latin typeface="Menlo-Regular" charset="0"/>
              </a:rPr>
              <a:t>(</a:t>
            </a:r>
            <a:r>
              <a:rPr lang="mr-IN" sz="1961" dirty="0" err="1">
                <a:solidFill>
                  <a:srgbClr val="000000"/>
                </a:solidFill>
                <a:latin typeface="Menlo-Regular" charset="0"/>
              </a:rPr>
              <a:t>r.data</a:t>
            </a:r>
            <a:r>
              <a:rPr lang="mr-IN" sz="1961" dirty="0">
                <a:solidFill>
                  <a:srgbClr val="000000"/>
                </a:solidFill>
                <a:latin typeface="Menlo-Regular" charset="0"/>
              </a:rPr>
              <a:t>)</a:t>
            </a:r>
            <a:endParaRPr lang="mr-IN" sz="1961" dirty="0">
              <a:solidFill>
                <a:schemeClr val="bg2"/>
              </a:solidFill>
              <a:latin typeface="Menlo-Regular" charset="0"/>
            </a:endParaRPr>
          </a:p>
          <a:p>
            <a:r>
              <a:rPr lang="mr-IN" sz="1961" dirty="0">
                <a:solidFill>
                  <a:schemeClr val="bg2"/>
                </a:solidFill>
                <a:latin typeface="Menlo-Regular" charset="0"/>
              </a:rPr>
              <a:t>        })</a:t>
            </a:r>
          </a:p>
          <a:p>
            <a:r>
              <a:rPr lang="mr-IN" sz="1961" dirty="0">
                <a:solidFill>
                  <a:schemeClr val="bg2"/>
                </a:solidFill>
                <a:latin typeface="Menlo-Regular" charset="0"/>
              </a:rPr>
              <a:t>        .</a:t>
            </a:r>
            <a:r>
              <a:rPr lang="mr-IN" sz="1961" dirty="0" err="1">
                <a:solidFill>
                  <a:schemeClr val="bg2"/>
                </a:solidFill>
                <a:latin typeface="Menlo-Regular" charset="0"/>
              </a:rPr>
              <a:t>catch</a:t>
            </a:r>
            <a:r>
              <a:rPr lang="mr-IN" sz="1961" dirty="0">
                <a:solidFill>
                  <a:schemeClr val="bg2"/>
                </a:solidFill>
                <a:latin typeface="Menlo-Regular" charset="0"/>
              </a:rPr>
              <a:t>(</a:t>
            </a:r>
            <a:r>
              <a:rPr lang="mr-IN" sz="1961" i="1" dirty="0" err="1">
                <a:solidFill>
                  <a:schemeClr val="bg2"/>
                </a:solidFill>
                <a:latin typeface="Menlo-Italic" charset="0"/>
              </a:rPr>
              <a:t>e</a:t>
            </a:r>
            <a:r>
              <a:rPr lang="mr-IN" sz="1961" dirty="0">
                <a:solidFill>
                  <a:schemeClr val="bg2"/>
                </a:solidFill>
                <a:latin typeface="Menlo-Regular" charset="0"/>
              </a:rPr>
              <a:t> </a:t>
            </a:r>
            <a:r>
              <a:rPr lang="mr-IN" sz="1961" i="1" dirty="0">
                <a:solidFill>
                  <a:schemeClr val="bg2"/>
                </a:solidFill>
                <a:latin typeface="Menlo-Italic" charset="0"/>
              </a:rPr>
              <a:t>=&gt;</a:t>
            </a:r>
            <a:r>
              <a:rPr lang="mr-IN" sz="1961" dirty="0">
                <a:solidFill>
                  <a:schemeClr val="bg2"/>
                </a:solidFill>
                <a:latin typeface="Menlo-Regular" charset="0"/>
              </a:rPr>
              <a:t> {</a:t>
            </a:r>
          </a:p>
          <a:p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            </a:t>
            </a:r>
            <a:r>
              <a:rPr lang="en-US" sz="1961" dirty="0" err="1">
                <a:solidFill>
                  <a:srgbClr val="000000"/>
                </a:solidFill>
                <a:latin typeface="Menlo-Regular" charset="0"/>
              </a:rPr>
              <a:t>this.</a:t>
            </a:r>
            <a:r>
              <a:rPr lang="en-US" sz="1961" dirty="0" err="1">
                <a:solidFill>
                  <a:srgbClr val="5AA314"/>
                </a:solidFill>
                <a:latin typeface="Menlo-Regular" charset="0"/>
              </a:rPr>
              <a:t>setState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({ </a:t>
            </a:r>
            <a:r>
              <a:rPr lang="en-US" sz="1961" dirty="0" err="1">
                <a:solidFill>
                  <a:srgbClr val="000000"/>
                </a:solidFill>
                <a:latin typeface="Menlo-Regular" charset="0"/>
              </a:rPr>
              <a:t>isFetching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: </a:t>
            </a:r>
            <a:r>
              <a:rPr lang="en-US" sz="1961" dirty="0">
                <a:solidFill>
                  <a:srgbClr val="9D65FF"/>
                </a:solidFill>
                <a:latin typeface="Menlo-Regular" charset="0"/>
              </a:rPr>
              <a:t>false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 })</a:t>
            </a:r>
            <a:endParaRPr lang="en-US" sz="1961" dirty="0">
              <a:solidFill>
                <a:schemeClr val="bg2"/>
              </a:solidFill>
              <a:latin typeface="Menlo-Regular" charset="0"/>
            </a:endParaRPr>
          </a:p>
          <a:p>
            <a:r>
              <a:rPr lang="en-US" sz="1961" dirty="0">
                <a:solidFill>
                  <a:schemeClr val="bg2"/>
                </a:solidFill>
                <a:latin typeface="Menlo-Regular" charset="0"/>
              </a:rPr>
              <a:t>            alert('Error fetching account details'));</a:t>
            </a:r>
          </a:p>
          <a:p>
            <a:r>
              <a:rPr lang="mr-IN" sz="1961" dirty="0">
                <a:solidFill>
                  <a:schemeClr val="bg2"/>
                </a:solidFill>
                <a:latin typeface="Menlo-Regular" charset="0"/>
              </a:rPr>
              <a:t>        })</a:t>
            </a:r>
          </a:p>
          <a:p>
            <a:r>
              <a:rPr lang="mr-IN" sz="1961" dirty="0">
                <a:solidFill>
                  <a:schemeClr val="bg2"/>
                </a:solidFill>
                <a:latin typeface="Menlo-Regular" charset="0"/>
              </a:rPr>
              <a:t>  }</a:t>
            </a:r>
          </a:p>
          <a:p>
            <a:endParaRPr lang="mr-IN" sz="1961" dirty="0">
              <a:solidFill>
                <a:schemeClr val="bg2"/>
              </a:solidFill>
              <a:latin typeface="Menlo-Regular" charset="0"/>
            </a:endParaRPr>
          </a:p>
          <a:p>
            <a:endParaRPr lang="mr-IN" sz="1961" dirty="0">
              <a:solidFill>
                <a:schemeClr val="bg2"/>
              </a:solidFill>
              <a:latin typeface="Menlo-Regular" charset="0"/>
            </a:endParaRPr>
          </a:p>
          <a:p>
            <a:endParaRPr lang="en-US" sz="1961" dirty="0">
              <a:solidFill>
                <a:schemeClr val="bg2"/>
              </a:solidFill>
              <a:latin typeface="Consolas" charset="0"/>
              <a:ea typeface="Consolas" charset="0"/>
              <a:cs typeface="Consola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960363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Refactoring to Redux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Autofit/>
          </a:bodyPr>
          <a:lstStyle/>
          <a:p>
            <a:r>
              <a:rPr lang="en-US" sz="1961" i="1" dirty="0" err="1">
                <a:solidFill>
                  <a:srgbClr val="27BADD"/>
                </a:solidFill>
                <a:latin typeface="Menlo-Italic" charset="0"/>
              </a:rPr>
              <a:t>const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961" dirty="0" err="1">
                <a:solidFill>
                  <a:srgbClr val="5AA314"/>
                </a:solidFill>
                <a:latin typeface="Menlo-Regular" charset="0"/>
              </a:rPr>
              <a:t>loadAccountInfo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961" dirty="0">
                <a:solidFill>
                  <a:srgbClr val="F4005F"/>
                </a:solidFill>
                <a:latin typeface="Menlo-Regular" charset="0"/>
              </a:rPr>
              <a:t>=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 (</a:t>
            </a:r>
            <a:r>
              <a:rPr lang="en-US" sz="1961" i="1" dirty="0" err="1">
                <a:solidFill>
                  <a:srgbClr val="FA8419"/>
                </a:solidFill>
                <a:latin typeface="Menlo-Italic" charset="0"/>
              </a:rPr>
              <a:t>accountId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) </a:t>
            </a:r>
            <a:r>
              <a:rPr lang="en-US" sz="1961" i="1" dirty="0">
                <a:solidFill>
                  <a:srgbClr val="27BADD"/>
                </a:solidFill>
                <a:latin typeface="Menlo-Italic" charset="0"/>
              </a:rPr>
              <a:t>=&gt;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 (</a:t>
            </a:r>
            <a:r>
              <a:rPr lang="en-US" sz="1961" i="1" dirty="0">
                <a:solidFill>
                  <a:srgbClr val="FA8419"/>
                </a:solidFill>
                <a:latin typeface="Menlo-Italic" charset="0"/>
              </a:rPr>
              <a:t>dispatch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, </a:t>
            </a:r>
            <a:r>
              <a:rPr lang="en-US" sz="1961" i="1" dirty="0" err="1">
                <a:solidFill>
                  <a:srgbClr val="FA8419"/>
                </a:solidFill>
                <a:latin typeface="Menlo-Italic" charset="0"/>
              </a:rPr>
              <a:t>getState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) </a:t>
            </a:r>
            <a:r>
              <a:rPr lang="en-US" sz="1961" i="1" dirty="0">
                <a:solidFill>
                  <a:srgbClr val="27BADD"/>
                </a:solidFill>
                <a:latin typeface="Menlo-Italic" charset="0"/>
              </a:rPr>
              <a:t>=&gt;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 {</a:t>
            </a:r>
          </a:p>
          <a:p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    </a:t>
            </a:r>
            <a:r>
              <a:rPr lang="en-US" sz="1961" dirty="0">
                <a:solidFill>
                  <a:srgbClr val="5AA314"/>
                </a:solidFill>
                <a:latin typeface="Menlo-Regular" charset="0"/>
              </a:rPr>
              <a:t>dispatch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({ type: </a:t>
            </a:r>
            <a:r>
              <a:rPr lang="en-US" sz="1961" dirty="0">
                <a:solidFill>
                  <a:srgbClr val="EC4307"/>
                </a:solidFill>
                <a:latin typeface="Menlo-Regular" charset="0"/>
              </a:rPr>
              <a:t>'ACCOUNT_LOAD_START'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 });</a:t>
            </a:r>
          </a:p>
          <a:p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    </a:t>
            </a:r>
            <a:r>
              <a:rPr lang="en-US" sz="1961" dirty="0" err="1">
                <a:solidFill>
                  <a:srgbClr val="000000"/>
                </a:solidFill>
                <a:latin typeface="Menlo-Regular" charset="0"/>
              </a:rPr>
              <a:t>axios.</a:t>
            </a:r>
            <a:r>
              <a:rPr lang="en-US" sz="1961" dirty="0" err="1">
                <a:solidFill>
                  <a:srgbClr val="27BADD"/>
                </a:solidFill>
                <a:latin typeface="Menlo-Regular" charset="0"/>
              </a:rPr>
              <a:t>get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(</a:t>
            </a:r>
            <a:r>
              <a:rPr lang="en-US" sz="1961" dirty="0">
                <a:solidFill>
                  <a:srgbClr val="EC4307"/>
                </a:solidFill>
                <a:latin typeface="Menlo-Regular" charset="0"/>
              </a:rPr>
              <a:t>`/</a:t>
            </a:r>
            <a:r>
              <a:rPr lang="en-US" sz="1961" dirty="0" err="1">
                <a:solidFill>
                  <a:srgbClr val="EC4307"/>
                </a:solidFill>
                <a:latin typeface="Menlo-Regular" charset="0"/>
              </a:rPr>
              <a:t>api</a:t>
            </a:r>
            <a:r>
              <a:rPr lang="en-US" sz="1961" dirty="0">
                <a:solidFill>
                  <a:srgbClr val="EC4307"/>
                </a:solidFill>
                <a:latin typeface="Menlo-Regular" charset="0"/>
              </a:rPr>
              <a:t>/accounts/${</a:t>
            </a:r>
            <a:r>
              <a:rPr lang="en-US" sz="1961" dirty="0" err="1">
                <a:solidFill>
                  <a:srgbClr val="EC4307"/>
                </a:solidFill>
                <a:latin typeface="Menlo-Regular" charset="0"/>
              </a:rPr>
              <a:t>accountId</a:t>
            </a:r>
            <a:r>
              <a:rPr lang="en-US" sz="1961" dirty="0">
                <a:solidFill>
                  <a:srgbClr val="EC4307"/>
                </a:solidFill>
                <a:latin typeface="Menlo-Regular" charset="0"/>
              </a:rPr>
              <a:t>}`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)</a:t>
            </a:r>
          </a:p>
          <a:p>
            <a:r>
              <a:rPr lang="mr-IN" sz="1961" dirty="0">
                <a:solidFill>
                  <a:srgbClr val="000000"/>
                </a:solidFill>
                <a:latin typeface="Menlo-Regular" charset="0"/>
              </a:rPr>
              <a:t>        .</a:t>
            </a:r>
            <a:r>
              <a:rPr lang="mr-IN" sz="1961" dirty="0" err="1">
                <a:solidFill>
                  <a:srgbClr val="5AA314"/>
                </a:solidFill>
                <a:latin typeface="Menlo-Regular" charset="0"/>
              </a:rPr>
              <a:t>then</a:t>
            </a:r>
            <a:r>
              <a:rPr lang="mr-IN" sz="1961" dirty="0">
                <a:solidFill>
                  <a:srgbClr val="000000"/>
                </a:solidFill>
                <a:latin typeface="Menlo-Regular" charset="0"/>
              </a:rPr>
              <a:t>(</a:t>
            </a:r>
            <a:r>
              <a:rPr lang="mr-IN" sz="1961" i="1" dirty="0" err="1">
                <a:solidFill>
                  <a:srgbClr val="FA8419"/>
                </a:solidFill>
                <a:latin typeface="Menlo-Italic" charset="0"/>
              </a:rPr>
              <a:t>r</a:t>
            </a:r>
            <a:r>
              <a:rPr lang="mr-IN" sz="1961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mr-IN" sz="1961" i="1" dirty="0">
                <a:solidFill>
                  <a:srgbClr val="27BADD"/>
                </a:solidFill>
                <a:latin typeface="Menlo-Italic" charset="0"/>
              </a:rPr>
              <a:t>=&gt;</a:t>
            </a:r>
            <a:r>
              <a:rPr lang="mr-IN" sz="1961" dirty="0">
                <a:solidFill>
                  <a:srgbClr val="000000"/>
                </a:solidFill>
                <a:latin typeface="Menlo-Regular" charset="0"/>
              </a:rPr>
              <a:t> {</a:t>
            </a:r>
          </a:p>
          <a:p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            </a:t>
            </a:r>
            <a:r>
              <a:rPr lang="en-US" sz="1961" dirty="0">
                <a:solidFill>
                  <a:srgbClr val="5AA314"/>
                </a:solidFill>
                <a:latin typeface="Menlo-Regular" charset="0"/>
              </a:rPr>
              <a:t>dispatch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({ type: </a:t>
            </a:r>
            <a:r>
              <a:rPr lang="en-US" sz="1961" dirty="0">
                <a:solidFill>
                  <a:srgbClr val="EC4307"/>
                </a:solidFill>
                <a:latin typeface="Menlo-Regular" charset="0"/>
              </a:rPr>
              <a:t>'ACCOUNT_LOAD_SUCCESS'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, data: </a:t>
            </a:r>
            <a:r>
              <a:rPr lang="en-US" sz="1961" dirty="0" err="1">
                <a:solidFill>
                  <a:srgbClr val="000000"/>
                </a:solidFill>
                <a:latin typeface="Menlo-Regular" charset="0"/>
              </a:rPr>
              <a:t>r.data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 })</a:t>
            </a:r>
          </a:p>
          <a:p>
            <a:r>
              <a:rPr lang="mr-IN" sz="1961" dirty="0">
                <a:solidFill>
                  <a:srgbClr val="000000"/>
                </a:solidFill>
                <a:latin typeface="Menlo-Regular" charset="0"/>
              </a:rPr>
              <a:t>        })</a:t>
            </a:r>
          </a:p>
          <a:p>
            <a:r>
              <a:rPr lang="mr-IN" sz="1961" dirty="0">
                <a:solidFill>
                  <a:srgbClr val="000000"/>
                </a:solidFill>
                <a:latin typeface="Menlo-Regular" charset="0"/>
              </a:rPr>
              <a:t>        .</a:t>
            </a:r>
            <a:r>
              <a:rPr lang="mr-IN" sz="1961" dirty="0" err="1">
                <a:solidFill>
                  <a:srgbClr val="5AA314"/>
                </a:solidFill>
                <a:latin typeface="Menlo-Regular" charset="0"/>
              </a:rPr>
              <a:t>catch</a:t>
            </a:r>
            <a:r>
              <a:rPr lang="mr-IN" sz="1961" dirty="0">
                <a:solidFill>
                  <a:srgbClr val="000000"/>
                </a:solidFill>
                <a:latin typeface="Menlo-Regular" charset="0"/>
              </a:rPr>
              <a:t>(</a:t>
            </a:r>
            <a:r>
              <a:rPr lang="mr-IN" sz="1961" i="1" dirty="0" err="1">
                <a:solidFill>
                  <a:srgbClr val="FA8419"/>
                </a:solidFill>
                <a:latin typeface="Menlo-Italic" charset="0"/>
              </a:rPr>
              <a:t>e</a:t>
            </a:r>
            <a:r>
              <a:rPr lang="mr-IN" sz="1961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mr-IN" sz="1961" i="1" dirty="0">
                <a:solidFill>
                  <a:srgbClr val="27BADD"/>
                </a:solidFill>
                <a:latin typeface="Menlo-Italic" charset="0"/>
              </a:rPr>
              <a:t>=&gt;</a:t>
            </a:r>
            <a:r>
              <a:rPr lang="mr-IN" sz="1961" dirty="0">
                <a:solidFill>
                  <a:srgbClr val="000000"/>
                </a:solidFill>
                <a:latin typeface="Menlo-Regular" charset="0"/>
              </a:rPr>
              <a:t> {</a:t>
            </a:r>
          </a:p>
          <a:p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            </a:t>
            </a:r>
            <a:r>
              <a:rPr lang="en-US" sz="1961" dirty="0">
                <a:solidFill>
                  <a:srgbClr val="5AA314"/>
                </a:solidFill>
                <a:latin typeface="Menlo-Regular" charset="0"/>
              </a:rPr>
              <a:t>dispatch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({ type: </a:t>
            </a:r>
            <a:r>
              <a:rPr lang="en-US" sz="1961" dirty="0">
                <a:solidFill>
                  <a:srgbClr val="EC4307"/>
                </a:solidFill>
                <a:latin typeface="Menlo-Regular" charset="0"/>
              </a:rPr>
              <a:t>'ACCOUNT_LOAD_FAIL'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, data: </a:t>
            </a:r>
            <a:r>
              <a:rPr lang="en-US" sz="1961" dirty="0" err="1">
                <a:solidFill>
                  <a:srgbClr val="000000"/>
                </a:solidFill>
                <a:latin typeface="Menlo-Regular" charset="0"/>
              </a:rPr>
              <a:t>r.data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 })</a:t>
            </a:r>
          </a:p>
          <a:p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            </a:t>
            </a:r>
            <a:r>
              <a:rPr lang="en-US" sz="1961" dirty="0">
                <a:solidFill>
                  <a:srgbClr val="5AA314"/>
                </a:solidFill>
                <a:latin typeface="Menlo-Regular" charset="0"/>
              </a:rPr>
              <a:t>alert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(</a:t>
            </a:r>
            <a:r>
              <a:rPr lang="en-US" sz="1961" dirty="0">
                <a:solidFill>
                  <a:srgbClr val="EC4307"/>
                </a:solidFill>
                <a:latin typeface="Menlo-Regular" charset="0"/>
              </a:rPr>
              <a:t>'Error fetching account details'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)</a:t>
            </a:r>
          </a:p>
          <a:p>
            <a:r>
              <a:rPr lang="mr-IN" sz="1961" dirty="0">
                <a:solidFill>
                  <a:srgbClr val="000000"/>
                </a:solidFill>
                <a:latin typeface="Menlo-Regular" charset="0"/>
              </a:rPr>
              <a:t>        })</a:t>
            </a:r>
          </a:p>
          <a:p>
            <a:r>
              <a:rPr lang="mr-IN" sz="1961" dirty="0">
                <a:solidFill>
                  <a:srgbClr val="000000"/>
                </a:solidFill>
                <a:latin typeface="Menlo-Regular" charset="0"/>
              </a:rPr>
              <a:t>}</a:t>
            </a:r>
          </a:p>
          <a:p>
            <a:endParaRPr lang="mr-IN" sz="1961" dirty="0">
              <a:solidFill>
                <a:srgbClr val="000000"/>
              </a:solidFill>
              <a:latin typeface="Menlo-Regular" charset="0"/>
            </a:endParaRPr>
          </a:p>
          <a:p>
            <a:endParaRPr lang="mr-IN" sz="1961" dirty="0">
              <a:solidFill>
                <a:srgbClr val="000000"/>
              </a:solidFill>
              <a:latin typeface="Menlo-Regular" charset="0"/>
            </a:endParaRPr>
          </a:p>
          <a:p>
            <a:endParaRPr lang="en-US" sz="1961" dirty="0">
              <a:solidFill>
                <a:schemeClr val="bg2">
                  <a:lumMod val="25000"/>
                </a:schemeClr>
              </a:solidFill>
              <a:latin typeface="Menlo-Regula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829854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Refactoring to Redux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Autofit/>
          </a:bodyPr>
          <a:lstStyle/>
          <a:p>
            <a:r>
              <a:rPr lang="en-US" sz="1961" i="1" dirty="0" err="1">
                <a:solidFill>
                  <a:schemeClr val="bg2"/>
                </a:solidFill>
                <a:latin typeface="Menlo-Italic" charset="0"/>
              </a:rPr>
              <a:t>const</a:t>
            </a:r>
            <a:r>
              <a:rPr lang="en-US" sz="1961" dirty="0">
                <a:solidFill>
                  <a:schemeClr val="bg2"/>
                </a:solidFill>
                <a:latin typeface="Menlo-Regular" charset="0"/>
              </a:rPr>
              <a:t> </a:t>
            </a:r>
            <a:r>
              <a:rPr lang="en-US" sz="1961" dirty="0" err="1">
                <a:solidFill>
                  <a:schemeClr val="bg2"/>
                </a:solidFill>
                <a:latin typeface="Menlo-Regular" charset="0"/>
              </a:rPr>
              <a:t>loadAccountInfo</a:t>
            </a:r>
            <a:r>
              <a:rPr lang="en-US" sz="1961" dirty="0">
                <a:solidFill>
                  <a:schemeClr val="bg2"/>
                </a:solidFill>
                <a:latin typeface="Menlo-Regular" charset="0"/>
              </a:rPr>
              <a:t> = (</a:t>
            </a:r>
            <a:r>
              <a:rPr lang="en-US" sz="1961" i="1" dirty="0" err="1">
                <a:solidFill>
                  <a:schemeClr val="bg2"/>
                </a:solidFill>
                <a:latin typeface="Menlo-Italic" charset="0"/>
              </a:rPr>
              <a:t>accountId</a:t>
            </a:r>
            <a:r>
              <a:rPr lang="en-US" sz="1961" dirty="0">
                <a:solidFill>
                  <a:schemeClr val="bg2"/>
                </a:solidFill>
                <a:latin typeface="Menlo-Regular" charset="0"/>
              </a:rPr>
              <a:t>) </a:t>
            </a:r>
            <a:r>
              <a:rPr lang="en-US" sz="1961" i="1" dirty="0">
                <a:solidFill>
                  <a:schemeClr val="bg2"/>
                </a:solidFill>
                <a:latin typeface="Menlo-Italic" charset="0"/>
              </a:rPr>
              <a:t>=&gt;</a:t>
            </a:r>
            <a:r>
              <a:rPr lang="en-US" sz="1961" dirty="0">
                <a:solidFill>
                  <a:schemeClr val="bg2"/>
                </a:solidFill>
                <a:latin typeface="Menlo-Regular" charset="0"/>
              </a:rPr>
              <a:t> (</a:t>
            </a:r>
            <a:r>
              <a:rPr lang="en-US" sz="1961" i="1" dirty="0">
                <a:solidFill>
                  <a:schemeClr val="bg2"/>
                </a:solidFill>
                <a:latin typeface="Menlo-Italic" charset="0"/>
              </a:rPr>
              <a:t>dispatch</a:t>
            </a:r>
            <a:r>
              <a:rPr lang="en-US" sz="1961" dirty="0">
                <a:solidFill>
                  <a:schemeClr val="bg2"/>
                </a:solidFill>
                <a:latin typeface="Menlo-Regular" charset="0"/>
              </a:rPr>
              <a:t>, </a:t>
            </a:r>
            <a:r>
              <a:rPr lang="en-US" sz="1961" i="1" dirty="0" err="1">
                <a:solidFill>
                  <a:schemeClr val="bg2"/>
                </a:solidFill>
                <a:latin typeface="Menlo-Italic" charset="0"/>
              </a:rPr>
              <a:t>getState</a:t>
            </a:r>
            <a:r>
              <a:rPr lang="en-US" sz="1961" dirty="0">
                <a:solidFill>
                  <a:schemeClr val="bg2"/>
                </a:solidFill>
                <a:latin typeface="Menlo-Regular" charset="0"/>
              </a:rPr>
              <a:t>) </a:t>
            </a:r>
            <a:r>
              <a:rPr lang="en-US" sz="1961" i="1" dirty="0">
                <a:solidFill>
                  <a:schemeClr val="bg2"/>
                </a:solidFill>
                <a:latin typeface="Menlo-Italic" charset="0"/>
              </a:rPr>
              <a:t>=&gt;</a:t>
            </a:r>
            <a:r>
              <a:rPr lang="en-US" sz="1961" dirty="0">
                <a:solidFill>
                  <a:schemeClr val="bg2"/>
                </a:solidFill>
                <a:latin typeface="Menlo-Regular" charset="0"/>
              </a:rPr>
              <a:t> {</a:t>
            </a:r>
          </a:p>
          <a:p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    </a:t>
            </a:r>
            <a:r>
              <a:rPr lang="en-US" sz="1961" dirty="0">
                <a:solidFill>
                  <a:srgbClr val="5AA314"/>
                </a:solidFill>
                <a:latin typeface="Menlo-Regular" charset="0"/>
              </a:rPr>
              <a:t>dispatch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({ type: </a:t>
            </a:r>
            <a:r>
              <a:rPr lang="en-US" sz="1961" dirty="0">
                <a:solidFill>
                  <a:srgbClr val="EC4307"/>
                </a:solidFill>
                <a:latin typeface="Menlo-Regular" charset="0"/>
              </a:rPr>
              <a:t>'ACCOUNT_LOAD_START'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 });</a:t>
            </a:r>
          </a:p>
          <a:p>
            <a:r>
              <a:rPr lang="en-US" sz="1961" dirty="0">
                <a:solidFill>
                  <a:schemeClr val="bg2"/>
                </a:solidFill>
                <a:latin typeface="Menlo-Regular" charset="0"/>
              </a:rPr>
              <a:t>    </a:t>
            </a:r>
            <a:r>
              <a:rPr lang="en-US" sz="1961" dirty="0" err="1">
                <a:solidFill>
                  <a:schemeClr val="bg2"/>
                </a:solidFill>
                <a:latin typeface="Menlo-Regular" charset="0"/>
              </a:rPr>
              <a:t>axios.get</a:t>
            </a:r>
            <a:r>
              <a:rPr lang="en-US" sz="1961" dirty="0">
                <a:solidFill>
                  <a:schemeClr val="bg2"/>
                </a:solidFill>
                <a:latin typeface="Menlo-Regular" charset="0"/>
              </a:rPr>
              <a:t>(`/</a:t>
            </a:r>
            <a:r>
              <a:rPr lang="en-US" sz="1961" dirty="0" err="1">
                <a:solidFill>
                  <a:schemeClr val="bg2"/>
                </a:solidFill>
                <a:latin typeface="Menlo-Regular" charset="0"/>
              </a:rPr>
              <a:t>api</a:t>
            </a:r>
            <a:r>
              <a:rPr lang="en-US" sz="1961" dirty="0">
                <a:solidFill>
                  <a:schemeClr val="bg2"/>
                </a:solidFill>
                <a:latin typeface="Menlo-Regular" charset="0"/>
              </a:rPr>
              <a:t>/accounts/${</a:t>
            </a:r>
            <a:r>
              <a:rPr lang="en-US" sz="1961" dirty="0" err="1">
                <a:solidFill>
                  <a:schemeClr val="bg2"/>
                </a:solidFill>
                <a:latin typeface="Menlo-Regular" charset="0"/>
              </a:rPr>
              <a:t>accountId</a:t>
            </a:r>
            <a:r>
              <a:rPr lang="en-US" sz="1961" dirty="0">
                <a:solidFill>
                  <a:schemeClr val="bg2"/>
                </a:solidFill>
                <a:latin typeface="Menlo-Regular" charset="0"/>
              </a:rPr>
              <a:t>}`)</a:t>
            </a:r>
          </a:p>
          <a:p>
            <a:r>
              <a:rPr lang="mr-IN" sz="1961" dirty="0">
                <a:solidFill>
                  <a:schemeClr val="bg2"/>
                </a:solidFill>
                <a:latin typeface="Menlo-Regular" charset="0"/>
              </a:rPr>
              <a:t>        .</a:t>
            </a:r>
            <a:r>
              <a:rPr lang="mr-IN" sz="1961" dirty="0" err="1">
                <a:solidFill>
                  <a:schemeClr val="bg2"/>
                </a:solidFill>
                <a:latin typeface="Menlo-Regular" charset="0"/>
              </a:rPr>
              <a:t>then</a:t>
            </a:r>
            <a:r>
              <a:rPr lang="mr-IN" sz="1961" dirty="0">
                <a:solidFill>
                  <a:schemeClr val="bg2"/>
                </a:solidFill>
                <a:latin typeface="Menlo-Regular" charset="0"/>
              </a:rPr>
              <a:t>(</a:t>
            </a:r>
            <a:r>
              <a:rPr lang="mr-IN" sz="1961" i="1" dirty="0" err="1">
                <a:solidFill>
                  <a:schemeClr val="bg2"/>
                </a:solidFill>
                <a:latin typeface="Menlo-Italic" charset="0"/>
              </a:rPr>
              <a:t>r</a:t>
            </a:r>
            <a:r>
              <a:rPr lang="mr-IN" sz="1961" dirty="0">
                <a:solidFill>
                  <a:schemeClr val="bg2"/>
                </a:solidFill>
                <a:latin typeface="Menlo-Regular" charset="0"/>
              </a:rPr>
              <a:t> </a:t>
            </a:r>
            <a:r>
              <a:rPr lang="mr-IN" sz="1961" i="1" dirty="0">
                <a:solidFill>
                  <a:schemeClr val="bg2"/>
                </a:solidFill>
                <a:latin typeface="Menlo-Italic" charset="0"/>
              </a:rPr>
              <a:t>=&gt;</a:t>
            </a:r>
            <a:r>
              <a:rPr lang="mr-IN" sz="1961" dirty="0">
                <a:solidFill>
                  <a:schemeClr val="bg2"/>
                </a:solidFill>
                <a:latin typeface="Menlo-Regular" charset="0"/>
              </a:rPr>
              <a:t> {</a:t>
            </a:r>
          </a:p>
          <a:p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            </a:t>
            </a:r>
            <a:r>
              <a:rPr lang="en-US" sz="1961" dirty="0">
                <a:solidFill>
                  <a:srgbClr val="5AA314"/>
                </a:solidFill>
                <a:latin typeface="Menlo-Regular" charset="0"/>
              </a:rPr>
              <a:t>dispatch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({ type: </a:t>
            </a:r>
            <a:r>
              <a:rPr lang="en-US" sz="1961" dirty="0">
                <a:solidFill>
                  <a:srgbClr val="EC4307"/>
                </a:solidFill>
                <a:latin typeface="Menlo-Regular" charset="0"/>
              </a:rPr>
              <a:t>'ACCOUNT_LOAD_SUCCESS'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, data: </a:t>
            </a:r>
            <a:r>
              <a:rPr lang="en-US" sz="1961" dirty="0" err="1">
                <a:solidFill>
                  <a:srgbClr val="000000"/>
                </a:solidFill>
                <a:latin typeface="Menlo-Regular" charset="0"/>
              </a:rPr>
              <a:t>r.data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 })</a:t>
            </a:r>
          </a:p>
          <a:p>
            <a:r>
              <a:rPr lang="mr-IN" sz="1961" dirty="0">
                <a:solidFill>
                  <a:srgbClr val="000000"/>
                </a:solidFill>
                <a:latin typeface="Menlo-Regular" charset="0"/>
              </a:rPr>
              <a:t>        </a:t>
            </a:r>
            <a:r>
              <a:rPr lang="mr-IN" sz="1961" dirty="0">
                <a:solidFill>
                  <a:schemeClr val="bg2"/>
                </a:solidFill>
                <a:latin typeface="Menlo-Regular" charset="0"/>
              </a:rPr>
              <a:t>})</a:t>
            </a:r>
          </a:p>
          <a:p>
            <a:r>
              <a:rPr lang="mr-IN" sz="1961" dirty="0">
                <a:solidFill>
                  <a:schemeClr val="bg2"/>
                </a:solidFill>
                <a:latin typeface="Menlo-Regular" charset="0"/>
              </a:rPr>
              <a:t>        .</a:t>
            </a:r>
            <a:r>
              <a:rPr lang="mr-IN" sz="1961" dirty="0" err="1">
                <a:solidFill>
                  <a:schemeClr val="bg2"/>
                </a:solidFill>
                <a:latin typeface="Menlo-Regular" charset="0"/>
              </a:rPr>
              <a:t>catch</a:t>
            </a:r>
            <a:r>
              <a:rPr lang="mr-IN" sz="1961" dirty="0">
                <a:solidFill>
                  <a:schemeClr val="bg2"/>
                </a:solidFill>
                <a:latin typeface="Menlo-Regular" charset="0"/>
              </a:rPr>
              <a:t>(</a:t>
            </a:r>
            <a:r>
              <a:rPr lang="mr-IN" sz="1961" i="1" dirty="0" err="1">
                <a:solidFill>
                  <a:schemeClr val="bg2"/>
                </a:solidFill>
                <a:latin typeface="Menlo-Italic" charset="0"/>
              </a:rPr>
              <a:t>e</a:t>
            </a:r>
            <a:r>
              <a:rPr lang="mr-IN" sz="1961" dirty="0">
                <a:solidFill>
                  <a:schemeClr val="bg2"/>
                </a:solidFill>
                <a:latin typeface="Menlo-Regular" charset="0"/>
              </a:rPr>
              <a:t> </a:t>
            </a:r>
            <a:r>
              <a:rPr lang="mr-IN" sz="1961" i="1" dirty="0">
                <a:solidFill>
                  <a:schemeClr val="bg2"/>
                </a:solidFill>
                <a:latin typeface="Menlo-Italic" charset="0"/>
              </a:rPr>
              <a:t>=&gt;</a:t>
            </a:r>
            <a:r>
              <a:rPr lang="mr-IN" sz="1961" dirty="0">
                <a:solidFill>
                  <a:schemeClr val="bg2"/>
                </a:solidFill>
                <a:latin typeface="Menlo-Regular" charset="0"/>
              </a:rPr>
              <a:t> {</a:t>
            </a:r>
          </a:p>
          <a:p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            </a:t>
            </a:r>
            <a:r>
              <a:rPr lang="en-US" sz="1961" dirty="0">
                <a:solidFill>
                  <a:srgbClr val="5AA314"/>
                </a:solidFill>
                <a:latin typeface="Menlo-Regular" charset="0"/>
              </a:rPr>
              <a:t>dispatch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({ type: </a:t>
            </a:r>
            <a:r>
              <a:rPr lang="en-US" sz="1961" dirty="0">
                <a:solidFill>
                  <a:srgbClr val="EC4307"/>
                </a:solidFill>
                <a:latin typeface="Menlo-Regular" charset="0"/>
              </a:rPr>
              <a:t>'ACCOUNT_LOAD_FAIL'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, data: </a:t>
            </a:r>
            <a:r>
              <a:rPr lang="en-US" sz="1961" dirty="0" err="1">
                <a:solidFill>
                  <a:srgbClr val="000000"/>
                </a:solidFill>
                <a:latin typeface="Menlo-Regular" charset="0"/>
              </a:rPr>
              <a:t>r.data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 })</a:t>
            </a:r>
          </a:p>
          <a:p>
            <a:r>
              <a:rPr lang="en-US" sz="1961" dirty="0">
                <a:solidFill>
                  <a:schemeClr val="bg2"/>
                </a:solidFill>
                <a:latin typeface="Menlo-Regular" charset="0"/>
              </a:rPr>
              <a:t>            alert('Error fetching account details')</a:t>
            </a:r>
          </a:p>
          <a:p>
            <a:r>
              <a:rPr lang="mr-IN" sz="1961" dirty="0">
                <a:solidFill>
                  <a:srgbClr val="000000"/>
                </a:solidFill>
                <a:latin typeface="Menlo-Regular" charset="0"/>
              </a:rPr>
              <a:t>        </a:t>
            </a:r>
            <a:r>
              <a:rPr lang="mr-IN" sz="1961" dirty="0">
                <a:solidFill>
                  <a:schemeClr val="bg2"/>
                </a:solidFill>
                <a:latin typeface="Menlo-Regular" charset="0"/>
              </a:rPr>
              <a:t>})</a:t>
            </a:r>
          </a:p>
          <a:p>
            <a:r>
              <a:rPr lang="mr-IN" sz="1961" dirty="0">
                <a:solidFill>
                  <a:schemeClr val="bg2"/>
                </a:solidFill>
                <a:latin typeface="Menlo-Regular" charset="0"/>
              </a:rPr>
              <a:t>}</a:t>
            </a:r>
          </a:p>
          <a:p>
            <a:endParaRPr lang="mr-IN" sz="1961" dirty="0">
              <a:solidFill>
                <a:srgbClr val="000000"/>
              </a:solidFill>
              <a:latin typeface="Menlo-Regular" charset="0"/>
            </a:endParaRPr>
          </a:p>
          <a:p>
            <a:endParaRPr lang="mr-IN" sz="1961" dirty="0">
              <a:solidFill>
                <a:srgbClr val="000000"/>
              </a:solidFill>
              <a:latin typeface="Menlo-Regula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527711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Refactoring to Redux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1" y="1197638"/>
            <a:ext cx="6166592" cy="5659876"/>
          </a:xfrm>
        </p:spPr>
        <p:txBody>
          <a:bodyPr>
            <a:noAutofit/>
          </a:bodyPr>
          <a:lstStyle/>
          <a:p>
            <a:r>
              <a:rPr lang="en-US" sz="1568" i="1" dirty="0" err="1">
                <a:solidFill>
                  <a:srgbClr val="27BADD"/>
                </a:solidFill>
                <a:latin typeface="Menlo-Italic" charset="0"/>
              </a:rPr>
              <a:t>const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568" dirty="0">
                <a:solidFill>
                  <a:srgbClr val="5AA314"/>
                </a:solidFill>
                <a:latin typeface="Menlo-Regular" charset="0"/>
              </a:rPr>
              <a:t>reducer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568" dirty="0">
                <a:solidFill>
                  <a:srgbClr val="F4005F"/>
                </a:solidFill>
                <a:latin typeface="Menlo-Regular" charset="0"/>
              </a:rPr>
              <a:t>=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 (</a:t>
            </a:r>
            <a:r>
              <a:rPr lang="en-US" sz="1568" i="1" dirty="0">
                <a:solidFill>
                  <a:srgbClr val="FA8419"/>
                </a:solidFill>
                <a:latin typeface="Menlo-Italic" charset="0"/>
              </a:rPr>
              <a:t>state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568" dirty="0">
                <a:solidFill>
                  <a:srgbClr val="F4005F"/>
                </a:solidFill>
                <a:latin typeface="Menlo-Regular" charset="0"/>
              </a:rPr>
              <a:t>=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568" dirty="0" err="1">
                <a:solidFill>
                  <a:srgbClr val="000000"/>
                </a:solidFill>
                <a:latin typeface="Menlo-Regular" charset="0"/>
              </a:rPr>
              <a:t>initialState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, </a:t>
            </a:r>
            <a:r>
              <a:rPr lang="en-US" sz="1568" i="1" dirty="0">
                <a:solidFill>
                  <a:srgbClr val="FA8419"/>
                </a:solidFill>
                <a:latin typeface="Menlo-Italic" charset="0"/>
              </a:rPr>
              <a:t>action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) </a:t>
            </a:r>
            <a:r>
              <a:rPr lang="en-US" sz="1568" i="1" dirty="0">
                <a:solidFill>
                  <a:srgbClr val="27BADD"/>
                </a:solidFill>
                <a:latin typeface="Menlo-Italic" charset="0"/>
              </a:rPr>
              <a:t>=&gt;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 {</a:t>
            </a:r>
          </a:p>
          <a:p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    </a:t>
            </a:r>
            <a:r>
              <a:rPr lang="en-US" sz="1568" dirty="0">
                <a:solidFill>
                  <a:srgbClr val="F4005F"/>
                </a:solidFill>
                <a:latin typeface="Menlo-Regular" charset="0"/>
              </a:rPr>
              <a:t>switch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 (</a:t>
            </a:r>
            <a:r>
              <a:rPr lang="en-US" sz="1568" dirty="0" err="1">
                <a:solidFill>
                  <a:srgbClr val="000000"/>
                </a:solidFill>
                <a:latin typeface="Menlo-Regular" charset="0"/>
              </a:rPr>
              <a:t>action.type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) {</a:t>
            </a:r>
          </a:p>
          <a:p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        </a:t>
            </a:r>
            <a:r>
              <a:rPr lang="en-US" sz="1568" dirty="0">
                <a:solidFill>
                  <a:srgbClr val="F4005F"/>
                </a:solidFill>
                <a:latin typeface="Menlo-Regular" charset="0"/>
              </a:rPr>
              <a:t>case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568" dirty="0">
                <a:solidFill>
                  <a:srgbClr val="EC4307"/>
                </a:solidFill>
                <a:latin typeface="Menlo-Regular" charset="0"/>
              </a:rPr>
              <a:t>'ACCOUNT_LOAD_START'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:</a:t>
            </a:r>
          </a:p>
          <a:p>
            <a:r>
              <a:rPr lang="mr-IN" sz="1568" dirty="0">
                <a:solidFill>
                  <a:srgbClr val="000000"/>
                </a:solidFill>
                <a:latin typeface="Menlo-Regular" charset="0"/>
              </a:rPr>
              <a:t>            </a:t>
            </a:r>
            <a:r>
              <a:rPr lang="mr-IN" sz="1568" dirty="0" err="1">
                <a:solidFill>
                  <a:srgbClr val="F4005F"/>
                </a:solidFill>
                <a:latin typeface="Menlo-Regular" charset="0"/>
              </a:rPr>
              <a:t>return</a:t>
            </a:r>
            <a:r>
              <a:rPr lang="mr-IN" sz="1568" dirty="0">
                <a:solidFill>
                  <a:srgbClr val="000000"/>
                </a:solidFill>
                <a:latin typeface="Menlo-Regular" charset="0"/>
              </a:rPr>
              <a:t> {</a:t>
            </a:r>
          </a:p>
          <a:p>
            <a:r>
              <a:rPr lang="mr-IN" sz="1568" dirty="0">
                <a:solidFill>
                  <a:srgbClr val="000000"/>
                </a:solidFill>
                <a:latin typeface="Menlo-Regular" charset="0"/>
              </a:rPr>
              <a:t>                </a:t>
            </a:r>
            <a:r>
              <a:rPr lang="mr-IN" sz="1568" dirty="0">
                <a:solidFill>
                  <a:srgbClr val="F4005F"/>
                </a:solidFill>
                <a:latin typeface="Menlo-Regular" charset="0"/>
              </a:rPr>
              <a:t>...</a:t>
            </a:r>
            <a:r>
              <a:rPr lang="mr-IN" sz="1568" dirty="0" err="1">
                <a:solidFill>
                  <a:srgbClr val="000000"/>
                </a:solidFill>
                <a:latin typeface="Menlo-Regular" charset="0"/>
              </a:rPr>
              <a:t>state</a:t>
            </a:r>
            <a:r>
              <a:rPr lang="mr-IN" sz="1568" dirty="0">
                <a:solidFill>
                  <a:srgbClr val="000000"/>
                </a:solidFill>
                <a:latin typeface="Menlo-Regular" charset="0"/>
              </a:rPr>
              <a:t>,</a:t>
            </a:r>
          </a:p>
          <a:p>
            <a:r>
              <a:rPr lang="mr-IN" sz="1568" dirty="0">
                <a:solidFill>
                  <a:srgbClr val="000000"/>
                </a:solidFill>
                <a:latin typeface="Menlo-Regular" charset="0"/>
              </a:rPr>
              <a:t>                </a:t>
            </a:r>
            <a:r>
              <a:rPr lang="mr-IN" sz="1568" dirty="0" err="1">
                <a:solidFill>
                  <a:srgbClr val="000000"/>
                </a:solidFill>
                <a:latin typeface="Menlo-Regular" charset="0"/>
              </a:rPr>
              <a:t>isFetching</a:t>
            </a:r>
            <a:r>
              <a:rPr lang="mr-IN" sz="1568" dirty="0">
                <a:solidFill>
                  <a:srgbClr val="000000"/>
                </a:solidFill>
                <a:latin typeface="Menlo-Regular" charset="0"/>
              </a:rPr>
              <a:t>: </a:t>
            </a:r>
            <a:r>
              <a:rPr lang="mr-IN" sz="1568" dirty="0" err="1">
                <a:solidFill>
                  <a:srgbClr val="9D65FF"/>
                </a:solidFill>
                <a:latin typeface="Menlo-Regular" charset="0"/>
              </a:rPr>
              <a:t>true</a:t>
            </a:r>
            <a:r>
              <a:rPr lang="mr-IN" sz="1568" dirty="0">
                <a:solidFill>
                  <a:srgbClr val="000000"/>
                </a:solidFill>
                <a:latin typeface="Menlo-Regular" charset="0"/>
              </a:rPr>
              <a:t> }</a:t>
            </a:r>
          </a:p>
          <a:p>
            <a:endParaRPr lang="mr-IN" sz="1568" dirty="0">
              <a:solidFill>
                <a:srgbClr val="000000"/>
              </a:solidFill>
              <a:latin typeface="Menlo-Regular" charset="0"/>
            </a:endParaRPr>
          </a:p>
          <a:p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        </a:t>
            </a:r>
            <a:r>
              <a:rPr lang="en-US" sz="1568" dirty="0">
                <a:solidFill>
                  <a:srgbClr val="F4005F"/>
                </a:solidFill>
                <a:latin typeface="Menlo-Regular" charset="0"/>
              </a:rPr>
              <a:t>case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568" dirty="0">
                <a:solidFill>
                  <a:srgbClr val="EC4307"/>
                </a:solidFill>
                <a:latin typeface="Menlo-Regular" charset="0"/>
              </a:rPr>
              <a:t>'ACCOUNT_LOAD_SUCCESS'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:</a:t>
            </a:r>
          </a:p>
          <a:p>
            <a:r>
              <a:rPr lang="mr-IN" sz="1568" dirty="0">
                <a:solidFill>
                  <a:srgbClr val="000000"/>
                </a:solidFill>
                <a:latin typeface="Menlo-Regular" charset="0"/>
              </a:rPr>
              <a:t>            </a:t>
            </a:r>
            <a:r>
              <a:rPr lang="mr-IN" sz="1568" dirty="0" err="1">
                <a:solidFill>
                  <a:srgbClr val="F4005F"/>
                </a:solidFill>
                <a:latin typeface="Menlo-Regular" charset="0"/>
              </a:rPr>
              <a:t>return</a:t>
            </a:r>
            <a:r>
              <a:rPr lang="mr-IN" sz="1568" dirty="0">
                <a:solidFill>
                  <a:srgbClr val="000000"/>
                </a:solidFill>
                <a:latin typeface="Menlo-Regular" charset="0"/>
              </a:rPr>
              <a:t> {</a:t>
            </a:r>
          </a:p>
          <a:p>
            <a:r>
              <a:rPr lang="mr-IN" sz="1568" dirty="0">
                <a:solidFill>
                  <a:srgbClr val="000000"/>
                </a:solidFill>
                <a:latin typeface="Menlo-Regular" charset="0"/>
              </a:rPr>
              <a:t>                </a:t>
            </a:r>
            <a:r>
              <a:rPr lang="mr-IN" sz="1568" dirty="0">
                <a:solidFill>
                  <a:srgbClr val="F4005F"/>
                </a:solidFill>
                <a:latin typeface="Menlo-Regular" charset="0"/>
              </a:rPr>
              <a:t>...</a:t>
            </a:r>
            <a:r>
              <a:rPr lang="mr-IN" sz="1568" dirty="0" err="1">
                <a:solidFill>
                  <a:srgbClr val="000000"/>
                </a:solidFill>
                <a:latin typeface="Menlo-Regular" charset="0"/>
              </a:rPr>
              <a:t>state</a:t>
            </a:r>
            <a:r>
              <a:rPr lang="mr-IN" sz="1568" dirty="0">
                <a:solidFill>
                  <a:srgbClr val="000000"/>
                </a:solidFill>
                <a:latin typeface="Menlo-Regular" charset="0"/>
              </a:rPr>
              <a:t>,</a:t>
            </a:r>
          </a:p>
          <a:p>
            <a:r>
              <a:rPr lang="mr-IN" sz="1568" dirty="0">
                <a:solidFill>
                  <a:srgbClr val="000000"/>
                </a:solidFill>
                <a:latin typeface="Menlo-Regular" charset="0"/>
              </a:rPr>
              <a:t>                </a:t>
            </a:r>
            <a:r>
              <a:rPr lang="mr-IN" sz="1568" dirty="0" err="1">
                <a:solidFill>
                  <a:srgbClr val="000000"/>
                </a:solidFill>
                <a:latin typeface="Menlo-Regular" charset="0"/>
              </a:rPr>
              <a:t>isFetching</a:t>
            </a:r>
            <a:r>
              <a:rPr lang="mr-IN" sz="1568" dirty="0">
                <a:solidFill>
                  <a:srgbClr val="000000"/>
                </a:solidFill>
                <a:latin typeface="Menlo-Regular" charset="0"/>
              </a:rPr>
              <a:t>: </a:t>
            </a:r>
            <a:r>
              <a:rPr lang="mr-IN" sz="1568" dirty="0" err="1">
                <a:solidFill>
                  <a:srgbClr val="9D65FF"/>
                </a:solidFill>
                <a:latin typeface="Menlo-Regular" charset="0"/>
              </a:rPr>
              <a:t>false</a:t>
            </a:r>
            <a:r>
              <a:rPr lang="mr-IN" sz="1568" dirty="0">
                <a:solidFill>
                  <a:srgbClr val="000000"/>
                </a:solidFill>
                <a:latin typeface="Menlo-Regular" charset="0"/>
              </a:rPr>
              <a:t> }</a:t>
            </a:r>
          </a:p>
          <a:p>
            <a:endParaRPr lang="mr-IN" sz="1568" dirty="0">
              <a:solidFill>
                <a:srgbClr val="000000"/>
              </a:solidFill>
              <a:latin typeface="Menlo-Regular" charset="0"/>
            </a:endParaRPr>
          </a:p>
          <a:p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        </a:t>
            </a:r>
            <a:r>
              <a:rPr lang="en-US" sz="1568" dirty="0">
                <a:solidFill>
                  <a:srgbClr val="F4005F"/>
                </a:solidFill>
                <a:latin typeface="Menlo-Regular" charset="0"/>
              </a:rPr>
              <a:t>case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568" dirty="0">
                <a:solidFill>
                  <a:srgbClr val="EC4307"/>
                </a:solidFill>
                <a:latin typeface="Menlo-Regular" charset="0"/>
              </a:rPr>
              <a:t>'ACCOUNT_LOAD_FAIL'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:</a:t>
            </a:r>
          </a:p>
          <a:p>
            <a:r>
              <a:rPr lang="mr-IN" sz="1568" dirty="0">
                <a:solidFill>
                  <a:srgbClr val="000000"/>
                </a:solidFill>
                <a:latin typeface="Menlo-Regular" charset="0"/>
              </a:rPr>
              <a:t>            </a:t>
            </a:r>
            <a:r>
              <a:rPr lang="mr-IN" sz="1568" dirty="0" err="1">
                <a:solidFill>
                  <a:srgbClr val="F4005F"/>
                </a:solidFill>
                <a:latin typeface="Menlo-Regular" charset="0"/>
              </a:rPr>
              <a:t>return</a:t>
            </a:r>
            <a:r>
              <a:rPr lang="mr-IN" sz="1568" dirty="0">
                <a:solidFill>
                  <a:srgbClr val="000000"/>
                </a:solidFill>
                <a:latin typeface="Menlo-Regular" charset="0"/>
              </a:rPr>
              <a:t> {</a:t>
            </a:r>
          </a:p>
          <a:p>
            <a:r>
              <a:rPr lang="mr-IN" sz="1568" dirty="0">
                <a:solidFill>
                  <a:srgbClr val="000000"/>
                </a:solidFill>
                <a:latin typeface="Menlo-Regular" charset="0"/>
              </a:rPr>
              <a:t>                </a:t>
            </a:r>
            <a:r>
              <a:rPr lang="mr-IN" sz="1568" dirty="0">
                <a:solidFill>
                  <a:srgbClr val="F4005F"/>
                </a:solidFill>
                <a:latin typeface="Menlo-Regular" charset="0"/>
              </a:rPr>
              <a:t>...</a:t>
            </a:r>
            <a:r>
              <a:rPr lang="mr-IN" sz="1568" dirty="0" err="1">
                <a:solidFill>
                  <a:srgbClr val="000000"/>
                </a:solidFill>
                <a:latin typeface="Menlo-Regular" charset="0"/>
              </a:rPr>
              <a:t>state</a:t>
            </a:r>
            <a:r>
              <a:rPr lang="mr-IN" sz="1568" dirty="0">
                <a:solidFill>
                  <a:srgbClr val="000000"/>
                </a:solidFill>
                <a:latin typeface="Menlo-Regular" charset="0"/>
              </a:rPr>
              <a:t>,</a:t>
            </a:r>
          </a:p>
          <a:p>
            <a:r>
              <a:rPr lang="mr-IN" sz="1568" dirty="0">
                <a:solidFill>
                  <a:srgbClr val="000000"/>
                </a:solidFill>
                <a:latin typeface="Menlo-Regular" charset="0"/>
              </a:rPr>
              <a:t>                </a:t>
            </a:r>
            <a:r>
              <a:rPr lang="mr-IN" sz="1568" dirty="0" err="1">
                <a:solidFill>
                  <a:srgbClr val="000000"/>
                </a:solidFill>
                <a:latin typeface="Menlo-Regular" charset="0"/>
              </a:rPr>
              <a:t>isFetching</a:t>
            </a:r>
            <a:r>
              <a:rPr lang="mr-IN" sz="1568" dirty="0">
                <a:solidFill>
                  <a:srgbClr val="000000"/>
                </a:solidFill>
                <a:latin typeface="Menlo-Regular" charset="0"/>
              </a:rPr>
              <a:t>: </a:t>
            </a:r>
            <a:r>
              <a:rPr lang="mr-IN" sz="1568" dirty="0" err="1">
                <a:solidFill>
                  <a:srgbClr val="9D65FF"/>
                </a:solidFill>
                <a:latin typeface="Menlo-Regular" charset="0"/>
              </a:rPr>
              <a:t>false</a:t>
            </a:r>
            <a:r>
              <a:rPr lang="mr-IN" sz="1568" dirty="0">
                <a:solidFill>
                  <a:srgbClr val="000000"/>
                </a:solidFill>
                <a:latin typeface="Menlo-Regular" charset="0"/>
              </a:rPr>
              <a:t> }</a:t>
            </a:r>
          </a:p>
          <a:p>
            <a:r>
              <a:rPr lang="mr-IN" sz="1568" dirty="0">
                <a:solidFill>
                  <a:srgbClr val="000000"/>
                </a:solidFill>
                <a:latin typeface="Menlo-Regular" charset="0"/>
              </a:rPr>
              <a:t>    }</a:t>
            </a:r>
          </a:p>
          <a:p>
            <a:endParaRPr lang="mr-IN" sz="1568" dirty="0">
              <a:solidFill>
                <a:srgbClr val="000000"/>
              </a:solidFill>
              <a:latin typeface="Menlo-Regular" charset="0"/>
            </a:endParaRPr>
          </a:p>
          <a:p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    </a:t>
            </a:r>
            <a:r>
              <a:rPr lang="en-US" sz="1568" dirty="0">
                <a:solidFill>
                  <a:srgbClr val="F4005F"/>
                </a:solidFill>
                <a:latin typeface="Menlo-Regular" charset="0"/>
              </a:rPr>
              <a:t>return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 state</a:t>
            </a:r>
          </a:p>
          <a:p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}</a:t>
            </a:r>
          </a:p>
          <a:p>
            <a:endParaRPr lang="en-US" sz="1568" dirty="0">
              <a:solidFill>
                <a:srgbClr val="000000"/>
              </a:solidFill>
              <a:latin typeface="Menlo-Regular" charset="0"/>
            </a:endParaRPr>
          </a:p>
          <a:p>
            <a:endParaRPr lang="en-US" sz="1568" dirty="0">
              <a:solidFill>
                <a:srgbClr val="000000"/>
              </a:solidFill>
              <a:latin typeface="Menlo-Regular" charset="0"/>
            </a:endParaRPr>
          </a:p>
          <a:p>
            <a:endParaRPr lang="en-US" sz="1568" dirty="0">
              <a:solidFill>
                <a:schemeClr val="bg2">
                  <a:lumMod val="25000"/>
                </a:schemeClr>
              </a:solidFill>
              <a:latin typeface="Menlo-Regular" charset="0"/>
            </a:endParaRPr>
          </a:p>
        </p:txBody>
      </p:sp>
      <p:sp>
        <p:nvSpPr>
          <p:cNvPr id="4" name="Text Placeholder 2"/>
          <p:cNvSpPr txBox="1">
            <a:spLocks/>
          </p:cNvSpPr>
          <p:nvPr/>
        </p:nvSpPr>
        <p:spPr>
          <a:xfrm>
            <a:off x="6307778" y="1163740"/>
            <a:ext cx="6166592" cy="5659876"/>
          </a:xfrm>
          <a:prstGeom prst="rect">
            <a:avLst/>
          </a:prstGeom>
        </p:spPr>
        <p:txBody>
          <a:bodyPr vert="horz" wrap="square" lIns="143428" tIns="89642" rIns="143428" bIns="89642" rtlCol="0">
            <a:noAutofit/>
          </a:bodyPr>
          <a:lstStyle>
            <a:lvl1pPr marL="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3300" kern="1200" spc="0" baseline="0">
                <a:solidFill>
                  <a:schemeClr val="bg1"/>
                </a:solidFill>
                <a:latin typeface="Consolas" panose="020B0609020204030204" pitchFamily="49" charset="0"/>
                <a:ea typeface="+mn-ea"/>
                <a:cs typeface="Consolas" panose="020B0609020204030204" pitchFamily="49" charset="0"/>
              </a:defRPr>
            </a:lvl1pPr>
            <a:lvl2pPr marL="346553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800" kern="1200" spc="0" baseline="0">
                <a:solidFill>
                  <a:schemeClr val="bg1"/>
                </a:solidFill>
                <a:latin typeface="Consolas" panose="020B0609020204030204" pitchFamily="49" charset="0"/>
                <a:ea typeface="+mn-ea"/>
                <a:cs typeface="Consolas" panose="020B0609020204030204" pitchFamily="49" charset="0"/>
              </a:defRPr>
            </a:lvl2pPr>
            <a:lvl3pPr marL="584607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400" kern="1200" spc="0" baseline="0">
                <a:solidFill>
                  <a:schemeClr val="bg1"/>
                </a:solidFill>
                <a:latin typeface="Consolas" panose="020B0609020204030204" pitchFamily="49" charset="0"/>
                <a:ea typeface="+mn-ea"/>
                <a:cs typeface="Consolas" panose="020B0609020204030204" pitchFamily="49" charset="0"/>
              </a:defRPr>
            </a:lvl3pPr>
            <a:lvl4pPr marL="814563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200" kern="1200" spc="0" baseline="0">
                <a:solidFill>
                  <a:schemeClr val="bg1"/>
                </a:solidFill>
                <a:latin typeface="Consolas" panose="020B0609020204030204" pitchFamily="49" charset="0"/>
                <a:ea typeface="+mn-ea"/>
                <a:cs typeface="Consolas" panose="020B0609020204030204" pitchFamily="49" charset="0"/>
              </a:defRPr>
            </a:lvl4pPr>
            <a:lvl5pPr marL="1050997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200" kern="1200" spc="0" baseline="0">
                <a:solidFill>
                  <a:schemeClr val="bg1"/>
                </a:solidFill>
                <a:latin typeface="Consolas" panose="020B0609020204030204" pitchFamily="49" charset="0"/>
                <a:ea typeface="+mn-ea"/>
                <a:cs typeface="Consolas" panose="020B0609020204030204" pitchFamily="49" charset="0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568" dirty="0">
              <a:solidFill>
                <a:schemeClr val="bg2">
                  <a:lumMod val="25000"/>
                </a:schemeClr>
              </a:solidFill>
              <a:latin typeface="Menlo-Regular" charset="0"/>
            </a:endParaRPr>
          </a:p>
        </p:txBody>
      </p:sp>
      <p:sp>
        <p:nvSpPr>
          <p:cNvPr id="9" name="Text Placeholder 2"/>
          <p:cNvSpPr txBox="1">
            <a:spLocks/>
          </p:cNvSpPr>
          <p:nvPr/>
        </p:nvSpPr>
        <p:spPr>
          <a:xfrm>
            <a:off x="6166592" y="1197638"/>
            <a:ext cx="6025408" cy="5651731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143428" tIns="89642" rIns="143428" bIns="89642" rtlCol="0">
            <a:noAutofit/>
          </a:bodyPr>
          <a:lstStyle>
            <a:lvl1pPr marL="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3300" kern="1200" spc="0" baseline="0">
                <a:solidFill>
                  <a:sysClr val="windowText" lastClr="000000"/>
                </a:solidFill>
                <a:latin typeface="Consolas" panose="020B0609020204030204" pitchFamily="49" charset="0"/>
                <a:ea typeface="+mn-ea"/>
                <a:cs typeface="Consolas" panose="020B0609020204030204" pitchFamily="49" charset="0"/>
              </a:defRPr>
            </a:lvl1pPr>
            <a:lvl2pPr marL="346553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800" kern="1200" spc="0" baseline="0">
                <a:solidFill>
                  <a:sysClr val="windowText" lastClr="000000"/>
                </a:solidFill>
                <a:latin typeface="Consolas" panose="020B0609020204030204" pitchFamily="49" charset="0"/>
                <a:ea typeface="+mn-ea"/>
                <a:cs typeface="Consolas" panose="020B0609020204030204" pitchFamily="49" charset="0"/>
              </a:defRPr>
            </a:lvl2pPr>
            <a:lvl3pPr marL="584607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400" kern="1200" spc="0" baseline="0">
                <a:solidFill>
                  <a:sysClr val="windowText" lastClr="000000"/>
                </a:solidFill>
                <a:latin typeface="Consolas" panose="020B0609020204030204" pitchFamily="49" charset="0"/>
                <a:ea typeface="+mn-ea"/>
                <a:cs typeface="Consolas" panose="020B0609020204030204" pitchFamily="49" charset="0"/>
              </a:defRPr>
            </a:lvl3pPr>
            <a:lvl4pPr marL="814563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200" kern="1200" spc="0" baseline="0">
                <a:solidFill>
                  <a:sysClr val="windowText" lastClr="000000"/>
                </a:solidFill>
                <a:latin typeface="Consolas" panose="020B0609020204030204" pitchFamily="49" charset="0"/>
                <a:ea typeface="+mn-ea"/>
                <a:cs typeface="Consolas" panose="020B0609020204030204" pitchFamily="49" charset="0"/>
              </a:defRPr>
            </a:lvl4pPr>
            <a:lvl5pPr marL="1050997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200" kern="1200" spc="0" baseline="0">
                <a:solidFill>
                  <a:sysClr val="windowText" lastClr="000000"/>
                </a:solidFill>
                <a:latin typeface="Consolas" panose="020B0609020204030204" pitchFamily="49" charset="0"/>
                <a:ea typeface="+mn-ea"/>
                <a:cs typeface="Consolas" panose="020B0609020204030204" pitchFamily="49" charset="0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568" i="1" dirty="0">
              <a:solidFill>
                <a:srgbClr val="27BADD"/>
              </a:solidFill>
              <a:latin typeface="Menlo-Italic" charset="0"/>
            </a:endParaRPr>
          </a:p>
          <a:p>
            <a:endParaRPr lang="en-US" sz="1568" i="1" dirty="0">
              <a:solidFill>
                <a:srgbClr val="27BADD"/>
              </a:solidFill>
              <a:latin typeface="Menlo-Italic" charset="0"/>
            </a:endParaRPr>
          </a:p>
          <a:p>
            <a:endParaRPr lang="en-US" sz="1568" i="1" dirty="0">
              <a:solidFill>
                <a:srgbClr val="27BADD"/>
              </a:solidFill>
              <a:latin typeface="Menlo-Italic" charset="0"/>
            </a:endParaRPr>
          </a:p>
          <a:p>
            <a:endParaRPr lang="en-US" sz="1568" i="1" dirty="0">
              <a:solidFill>
                <a:srgbClr val="27BADD"/>
              </a:solidFill>
              <a:latin typeface="Menlo-Italic" charset="0"/>
            </a:endParaRPr>
          </a:p>
          <a:p>
            <a:r>
              <a:rPr lang="en-US" sz="1568" i="1" dirty="0" err="1">
                <a:solidFill>
                  <a:srgbClr val="27BADD"/>
                </a:solidFill>
                <a:latin typeface="Menlo-Italic" charset="0"/>
              </a:rPr>
              <a:t>const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568" dirty="0" err="1">
                <a:solidFill>
                  <a:srgbClr val="000000"/>
                </a:solidFill>
                <a:latin typeface="Menlo-Regular" charset="0"/>
              </a:rPr>
              <a:t>initialState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568" dirty="0">
                <a:solidFill>
                  <a:srgbClr val="F4005F"/>
                </a:solidFill>
                <a:latin typeface="Menlo-Regular" charset="0"/>
              </a:rPr>
              <a:t>=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 {</a:t>
            </a:r>
          </a:p>
          <a:p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    </a:t>
            </a:r>
            <a:r>
              <a:rPr lang="en-US" sz="1568" dirty="0" err="1">
                <a:solidFill>
                  <a:srgbClr val="000000"/>
                </a:solidFill>
                <a:latin typeface="Menlo-Regular" charset="0"/>
              </a:rPr>
              <a:t>isFetching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: </a:t>
            </a:r>
            <a:r>
              <a:rPr lang="en-US" sz="1568" dirty="0">
                <a:solidFill>
                  <a:srgbClr val="9D65FF"/>
                </a:solidFill>
                <a:latin typeface="Menlo-Regular" charset="0"/>
              </a:rPr>
              <a:t>false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,</a:t>
            </a:r>
          </a:p>
          <a:p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    data: </a:t>
            </a:r>
            <a:r>
              <a:rPr lang="en-US" sz="1568" dirty="0">
                <a:solidFill>
                  <a:srgbClr val="9D65FF"/>
                </a:solidFill>
                <a:latin typeface="Menlo-Regular" charset="0"/>
              </a:rPr>
              <a:t>null</a:t>
            </a:r>
            <a:endParaRPr lang="en-US" sz="1568" dirty="0">
              <a:solidFill>
                <a:srgbClr val="000000"/>
              </a:solidFill>
              <a:latin typeface="Menlo-Regular" charset="0"/>
            </a:endParaRPr>
          </a:p>
          <a:p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}</a:t>
            </a:r>
          </a:p>
          <a:p>
            <a:endParaRPr lang="en-US" sz="1568" dirty="0">
              <a:solidFill>
                <a:srgbClr val="000000"/>
              </a:solidFill>
              <a:latin typeface="Menlo-Regular" charset="0"/>
            </a:endParaRPr>
          </a:p>
          <a:p>
            <a:endParaRPr lang="en-US" sz="1568" dirty="0">
              <a:solidFill>
                <a:schemeClr val="bg2">
                  <a:lumMod val="25000"/>
                </a:schemeClr>
              </a:solidFill>
              <a:latin typeface="Menlo-Regula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905933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 (free will is an illusion)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ASP.NET Core is a great choice</a:t>
            </a:r>
          </a:p>
          <a:p>
            <a:r>
              <a:rPr lang="en-US" dirty="0" smtClean="0"/>
              <a:t>SPA </a:t>
            </a:r>
            <a:r>
              <a:rPr lang="en-US" dirty="0"/>
              <a:t>framework </a:t>
            </a:r>
            <a:r>
              <a:rPr lang="en-US" dirty="0" smtClean="0"/>
              <a:t>makes creating apps easier</a:t>
            </a:r>
          </a:p>
          <a:p>
            <a:pPr lvl="1"/>
            <a:r>
              <a:rPr lang="en-US" dirty="0"/>
              <a:t>React is one of the SPA frameworks out there (the best one</a:t>
            </a:r>
            <a:r>
              <a:rPr lang="en-US" dirty="0" smtClean="0"/>
              <a:t>)</a:t>
            </a:r>
          </a:p>
          <a:p>
            <a:r>
              <a:rPr lang="en-US" dirty="0" smtClean="0"/>
              <a:t>Typescript helps a lot</a:t>
            </a:r>
          </a:p>
          <a:p>
            <a:r>
              <a:rPr lang="en-US" dirty="0" smtClean="0"/>
              <a:t>Create reusable components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694056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5900" y="419100"/>
            <a:ext cx="6667500" cy="6000750"/>
          </a:xfrm>
          <a:prstGeom prst="rect">
            <a:avLst/>
          </a:prstGeom>
        </p:spPr>
      </p:pic>
      <p:sp>
        <p:nvSpPr>
          <p:cNvPr id="3" name="Text Placeholder 4"/>
          <p:cNvSpPr txBox="1">
            <a:spLocks/>
          </p:cNvSpPr>
          <p:nvPr/>
        </p:nvSpPr>
        <p:spPr>
          <a:xfrm>
            <a:off x="267683" y="4335479"/>
            <a:ext cx="4840694" cy="717148"/>
          </a:xfrm>
          <a:prstGeom prst="rect">
            <a:avLst/>
          </a:prstGeom>
        </p:spPr>
        <p:txBody>
          <a:bodyPr/>
          <a:lstStyle>
            <a:lvl1pPr marL="228600" marR="0" indent="-2286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3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lt"/>
                <a:ea typeface="+mn-ea"/>
                <a:cs typeface="+mn-cs"/>
              </a:defRPr>
            </a:lvl1pPr>
            <a:lvl2pPr marL="457200" marR="0" indent="-2286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85800" marR="0" indent="-2286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914400" marR="0" indent="-2286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2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143000" marR="0" indent="-2286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2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529" dirty="0"/>
              <a:t>Toni Petrina</a:t>
            </a:r>
          </a:p>
          <a:p>
            <a:pPr marL="0" indent="0">
              <a:buNone/>
            </a:pPr>
            <a:r>
              <a:rPr lang="en-US" sz="3529" dirty="0"/>
              <a:t>Massive Pixel </a:t>
            </a:r>
            <a:r>
              <a:rPr lang="en-US" sz="3529" dirty="0" err="1"/>
              <a:t>d.o.o</a:t>
            </a:r>
            <a:r>
              <a:rPr lang="en-US" sz="3529" dirty="0"/>
              <a:t>.</a:t>
            </a:r>
          </a:p>
          <a:p>
            <a:pPr marL="0" indent="0">
              <a:buNone/>
            </a:pPr>
            <a:r>
              <a:rPr lang="en-US" sz="3529" dirty="0"/>
              <a:t>@</a:t>
            </a:r>
            <a:r>
              <a:rPr lang="en-US" sz="3529" dirty="0" err="1"/>
              <a:t>to_pe</a:t>
            </a:r>
            <a:endParaRPr lang="en-US" sz="3529" dirty="0"/>
          </a:p>
          <a:p>
            <a:pPr marL="0" indent="0">
              <a:buNone/>
            </a:pPr>
            <a:r>
              <a:rPr lang="en-US" sz="3529" dirty="0" err="1"/>
              <a:t>toni@massivepixel.co</a:t>
            </a:r>
            <a:endParaRPr lang="en-US" sz="3529" dirty="0"/>
          </a:p>
        </p:txBody>
      </p:sp>
    </p:spTree>
    <p:extLst>
      <p:ext uri="{BB962C8B-B14F-4D97-AF65-F5344CB8AC3E}">
        <p14:creationId xmlns:p14="http://schemas.microsoft.com/office/powerpoint/2010/main" val="12569835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5773</TotalTime>
  <Words>1981</Words>
  <Application>Microsoft Macintosh PowerPoint</Application>
  <PresentationFormat>Widescreen</PresentationFormat>
  <Paragraphs>590</Paragraphs>
  <Slides>71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71</vt:i4>
      </vt:variant>
    </vt:vector>
  </HeadingPairs>
  <TitlesOfParts>
    <vt:vector size="82" baseType="lpstr">
      <vt:lpstr>Calibri</vt:lpstr>
      <vt:lpstr>Calibri Light</vt:lpstr>
      <vt:lpstr>Consolas</vt:lpstr>
      <vt:lpstr>Mangal</vt:lpstr>
      <vt:lpstr>Menlo</vt:lpstr>
      <vt:lpstr>Menlo-Italic</vt:lpstr>
      <vt:lpstr>Menlo-Regular</vt:lpstr>
      <vt:lpstr>Segoe UI</vt:lpstr>
      <vt:lpstr>Wingdings</vt:lpstr>
      <vt:lpstr>Arial</vt:lpstr>
      <vt:lpstr>Office Theme</vt:lpstr>
      <vt:lpstr>ASP.NET Core &amp; ReactJS</vt:lpstr>
      <vt:lpstr>PowerPoint Presentation</vt:lpstr>
      <vt:lpstr>What is this session about?</vt:lpstr>
      <vt:lpstr>PowerPoint Presentation</vt:lpstr>
      <vt:lpstr>Is it any good?</vt:lpstr>
      <vt:lpstr>PowerPoint Presentation</vt:lpstr>
      <vt:lpstr>No no, the ASP.NET Core and ReactJS, is that any good?</vt:lpstr>
      <vt:lpstr>PowerPoint Presentation</vt:lpstr>
      <vt:lpstr>So this is a SPA app, right? Is that performant?</vt:lpstr>
      <vt:lpstr>PowerPoint Presentation</vt:lpstr>
      <vt:lpstr>Should I use SPA for my project?</vt:lpstr>
      <vt:lpstr>PowerPoint Presentation</vt:lpstr>
      <vt:lpstr>I didn't realize that questions were numbered…</vt:lpstr>
      <vt:lpstr>PowerPoint Presentation</vt:lpstr>
      <vt:lpstr>Can I see it in action?</vt:lpstr>
      <vt:lpstr>PowerPoint Presentation</vt:lpstr>
      <vt:lpstr>Agenda</vt:lpstr>
      <vt:lpstr>Problems in modern web development</vt:lpstr>
      <vt:lpstr>Templating…jQuery style</vt:lpstr>
      <vt:lpstr>DOM manipulation</vt:lpstr>
      <vt:lpstr>Mustache templating</vt:lpstr>
      <vt:lpstr>Event handling?</vt:lpstr>
      <vt:lpstr>UI updates?</vt:lpstr>
      <vt:lpstr>ReactJS</vt:lpstr>
      <vt:lpstr>What is ReactJS?</vt:lpstr>
      <vt:lpstr>PowerPoint Presentation</vt:lpstr>
      <vt:lpstr>React component</vt:lpstr>
      <vt:lpstr>HTML inside JavaScripta ECMAScript?</vt:lpstr>
      <vt:lpstr>The stage</vt:lpstr>
      <vt:lpstr>Glossary</vt:lpstr>
      <vt:lpstr>DEMO</vt:lpstr>
      <vt:lpstr>class =&gt; className</vt:lpstr>
      <vt:lpstr>for =&gt; htmlFor</vt:lpstr>
      <vt:lpstr>Props</vt:lpstr>
      <vt:lpstr>{expression}</vt:lpstr>
      <vt:lpstr>Collections</vt:lpstr>
      <vt:lpstr>Collections + key</vt:lpstr>
      <vt:lpstr>Props aka properties</vt:lpstr>
      <vt:lpstr>State</vt:lpstr>
      <vt:lpstr>Change state?</vt:lpstr>
      <vt:lpstr>Helper method – ES7</vt:lpstr>
      <vt:lpstr>State</vt:lpstr>
      <vt:lpstr>Mustache templating</vt:lpstr>
      <vt:lpstr>React</vt:lpstr>
      <vt:lpstr>React</vt:lpstr>
      <vt:lpstr>React</vt:lpstr>
      <vt:lpstr>React način</vt:lpstr>
      <vt:lpstr>React način</vt:lpstr>
      <vt:lpstr>f(state, props) = view</vt:lpstr>
      <vt:lpstr>ASP.NET</vt:lpstr>
      <vt:lpstr>SPA means SPA</vt:lpstr>
      <vt:lpstr>JavaScriptServices</vt:lpstr>
      <vt:lpstr>Kako krenuti</vt:lpstr>
      <vt:lpstr>Dotnet watch</vt:lpstr>
      <vt:lpstr>API Controller</vt:lpstr>
      <vt:lpstr>PowerPoint Presentation</vt:lpstr>
      <vt:lpstr>PowerPoint Presentation</vt:lpstr>
      <vt:lpstr>Swashbuckle</vt:lpstr>
      <vt:lpstr>Routing! react-router</vt:lpstr>
      <vt:lpstr>PowerPoint Presentation</vt:lpstr>
      <vt:lpstr>EntityFrameworkCore</vt:lpstr>
      <vt:lpstr>Misc</vt:lpstr>
      <vt:lpstr>Redux</vt:lpstr>
      <vt:lpstr>Refactoring to Redux</vt:lpstr>
      <vt:lpstr>Refactoring to Redux</vt:lpstr>
      <vt:lpstr>Refactoring to Redux</vt:lpstr>
      <vt:lpstr>Refactoring to Redux</vt:lpstr>
      <vt:lpstr>Refactoring to Redux</vt:lpstr>
      <vt:lpstr>Refactoring to Redux</vt:lpstr>
      <vt:lpstr>Conclusion (free will is an illusion)</vt:lpstr>
      <vt:lpstr>PowerPoint Presentation</vt:lpstr>
    </vt:vector>
  </TitlesOfParts>
  <LinksUpToDate>false</LinksUpToDate>
  <SharedDoc>false</SharedDoc>
  <HyperlinksChanged>false</HyperlinksChanged>
  <AppVersion>15.0038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Ilhamsyah</dc:creator>
  <cp:lastModifiedBy>Toni Petrina</cp:lastModifiedBy>
  <cp:revision>314</cp:revision>
  <dcterms:created xsi:type="dcterms:W3CDTF">2016-04-28T07:14:41Z</dcterms:created>
  <dcterms:modified xsi:type="dcterms:W3CDTF">2017-10-28T10:18:04Z</dcterms:modified>
</cp:coreProperties>
</file>